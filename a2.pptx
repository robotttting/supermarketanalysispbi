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webextensions/webextension1.xml" ContentType="application/vnd.ms-office.webextension+xml"/>
  <Override PartName="/ppt/webextensions/webextension2.xml" ContentType="application/vnd.ms-office.webextension+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webextensions/webextension3.xml" ContentType="application/vnd.ms-office.webextension+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webextensions/webextension4.xml" ContentType="application/vnd.ms-office.webextension+xml"/>
  <Override PartName="/ppt/notesSlides/notesSlide16.xml" ContentType="application/vnd.openxmlformats-officedocument.presentationml.notesSlide+xml"/>
  <Override PartName="/ppt/webextensions/webextension5.xml" ContentType="application/vnd.ms-office.webextension+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4"/>
  </p:notesMasterIdLst>
  <p:sldIdLst>
    <p:sldId id="297" r:id="rId5"/>
    <p:sldId id="284" r:id="rId6"/>
    <p:sldId id="285" r:id="rId7"/>
    <p:sldId id="298" r:id="rId8"/>
    <p:sldId id="261" r:id="rId9"/>
    <p:sldId id="265" r:id="rId10"/>
    <p:sldId id="264" r:id="rId11"/>
    <p:sldId id="268" r:id="rId12"/>
    <p:sldId id="266" r:id="rId13"/>
    <p:sldId id="267" r:id="rId14"/>
    <p:sldId id="270" r:id="rId15"/>
    <p:sldId id="271" r:id="rId16"/>
    <p:sldId id="273" r:id="rId17"/>
    <p:sldId id="276" r:id="rId18"/>
    <p:sldId id="277" r:id="rId19"/>
    <p:sldId id="256" r:id="rId20"/>
    <p:sldId id="289" r:id="rId21"/>
    <p:sldId id="278" r:id="rId22"/>
    <p:sldId id="257" r:id="rId23"/>
    <p:sldId id="279" r:id="rId24"/>
    <p:sldId id="258" r:id="rId25"/>
    <p:sldId id="290" r:id="rId26"/>
    <p:sldId id="281" r:id="rId27"/>
    <p:sldId id="287" r:id="rId28"/>
    <p:sldId id="288" r:id="rId29"/>
    <p:sldId id="295" r:id="rId30"/>
    <p:sldId id="296" r:id="rId31"/>
    <p:sldId id="293" r:id="rId32"/>
    <p:sldId id="294"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AB93DA-64B9-4EE9-8AC1-26071F1FFF6D}" v="178" dt="2025-05-20T03:54:54.678"/>
    <p1510:client id="{F508113D-DB39-8C42-9CEA-140005265E15}" v="31" dt="2025-05-20T09:19:36.6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326"/>
    <p:restoredTop sz="94631"/>
  </p:normalViewPr>
  <p:slideViewPr>
    <p:cSldViewPr snapToGrid="0">
      <p:cViewPr varScale="1">
        <p:scale>
          <a:sx n="121" d="100"/>
          <a:sy n="121" d="100"/>
        </p:scale>
        <p:origin x="176" y="77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NNY CHOW WUN YEE (ZHOU WAN'ER)" userId="2552ecca-3cff-438d-ad30-73c16f5f9b5d" providerId="ADAL" clId="{83D07E32-64CE-4147-9890-2F326FD136DF}"/>
    <pc:docChg chg="undo custSel addSld delSld modSld sldOrd">
      <pc:chgData name="WINNY CHOW WUN YEE (ZHOU WAN'ER)" userId="2552ecca-3cff-438d-ad30-73c16f5f9b5d" providerId="ADAL" clId="{83D07E32-64CE-4147-9890-2F326FD136DF}" dt="2025-05-15T08:45:28.701" v="117" actId="20577"/>
      <pc:docMkLst>
        <pc:docMk/>
      </pc:docMkLst>
      <pc:sldChg chg="addSp delSp new del mod ord">
        <pc:chgData name="WINNY CHOW WUN YEE (ZHOU WAN'ER)" userId="2552ecca-3cff-438d-ad30-73c16f5f9b5d" providerId="ADAL" clId="{83D07E32-64CE-4147-9890-2F326FD136DF}" dt="2025-05-15T08:36:25.493" v="10" actId="2696"/>
        <pc:sldMkLst>
          <pc:docMk/>
          <pc:sldMk cId="1902167449" sldId="283"/>
        </pc:sldMkLst>
      </pc:sldChg>
      <pc:sldChg chg="addSp delSp new del mod ord">
        <pc:chgData name="WINNY CHOW WUN YEE (ZHOU WAN'ER)" userId="2552ecca-3cff-438d-ad30-73c16f5f9b5d" providerId="ADAL" clId="{83D07E32-64CE-4147-9890-2F326FD136DF}" dt="2025-05-15T08:36:49.640" v="19" actId="47"/>
        <pc:sldMkLst>
          <pc:docMk/>
          <pc:sldMk cId="4254991127" sldId="283"/>
        </pc:sldMkLst>
      </pc:sldChg>
      <pc:sldChg chg="addSp modSp add">
        <pc:chgData name="WINNY CHOW WUN YEE (ZHOU WAN'ER)" userId="2552ecca-3cff-438d-ad30-73c16f5f9b5d" providerId="ADAL" clId="{83D07E32-64CE-4147-9890-2F326FD136DF}" dt="2025-05-15T08:36:59.560" v="20"/>
        <pc:sldMkLst>
          <pc:docMk/>
          <pc:sldMk cId="0" sldId="284"/>
        </pc:sldMkLst>
      </pc:sldChg>
      <pc:sldChg chg="add">
        <pc:chgData name="WINNY CHOW WUN YEE (ZHOU WAN'ER)" userId="2552ecca-3cff-438d-ad30-73c16f5f9b5d" providerId="ADAL" clId="{83D07E32-64CE-4147-9890-2F326FD136DF}" dt="2025-05-15T08:37:23.691" v="21"/>
        <pc:sldMkLst>
          <pc:docMk/>
          <pc:sldMk cId="0" sldId="285"/>
        </pc:sldMkLst>
      </pc:sldChg>
      <pc:sldChg chg="add">
        <pc:chgData name="WINNY CHOW WUN YEE (ZHOU WAN'ER)" userId="2552ecca-3cff-438d-ad30-73c16f5f9b5d" providerId="ADAL" clId="{83D07E32-64CE-4147-9890-2F326FD136DF}" dt="2025-05-15T08:37:36.812" v="22"/>
        <pc:sldMkLst>
          <pc:docMk/>
          <pc:sldMk cId="1324287770" sldId="286"/>
        </pc:sldMkLst>
      </pc:sldChg>
      <pc:sldChg chg="modSp add mod">
        <pc:chgData name="WINNY CHOW WUN YEE (ZHOU WAN'ER)" userId="2552ecca-3cff-438d-ad30-73c16f5f9b5d" providerId="ADAL" clId="{83D07E32-64CE-4147-9890-2F326FD136DF}" dt="2025-05-15T08:45:12.192" v="95" actId="20577"/>
        <pc:sldMkLst>
          <pc:docMk/>
          <pc:sldMk cId="0" sldId="287"/>
        </pc:sldMkLst>
        <pc:spChg chg="mod">
          <ac:chgData name="WINNY CHOW WUN YEE (ZHOU WAN'ER)" userId="2552ecca-3cff-438d-ad30-73c16f5f9b5d" providerId="ADAL" clId="{83D07E32-64CE-4147-9890-2F326FD136DF}" dt="2025-05-15T08:45:00.901" v="65" actId="1076"/>
          <ac:spMkLst>
            <pc:docMk/>
            <pc:sldMk cId="0" sldId="287"/>
            <ac:spMk id="5" creationId="{00000000-0000-0000-0000-000000000000}"/>
          </ac:spMkLst>
        </pc:spChg>
      </pc:sldChg>
      <pc:sldChg chg="addSp delSp modSp add mod">
        <pc:chgData name="WINNY CHOW WUN YEE (ZHOU WAN'ER)" userId="2552ecca-3cff-438d-ad30-73c16f5f9b5d" providerId="ADAL" clId="{83D07E32-64CE-4147-9890-2F326FD136DF}" dt="2025-05-15T08:45:28.701" v="117" actId="20577"/>
        <pc:sldMkLst>
          <pc:docMk/>
          <pc:sldMk cId="0" sldId="288"/>
        </pc:sldMkLst>
        <pc:spChg chg="mod">
          <ac:chgData name="WINNY CHOW WUN YEE (ZHOU WAN'ER)" userId="2552ecca-3cff-438d-ad30-73c16f5f9b5d" providerId="ADAL" clId="{83D07E32-64CE-4147-9890-2F326FD136DF}" dt="2025-05-15T08:45:27.027" v="116" actId="1076"/>
          <ac:spMkLst>
            <pc:docMk/>
            <pc:sldMk cId="0" sldId="288"/>
            <ac:spMk id="9" creationId="{00000000-0000-0000-0000-000000000000}"/>
          </ac:spMkLst>
        </pc:spChg>
        <pc:spChg chg="add mod">
          <ac:chgData name="WINNY CHOW WUN YEE (ZHOU WAN'ER)" userId="2552ecca-3cff-438d-ad30-73c16f5f9b5d" providerId="ADAL" clId="{83D07E32-64CE-4147-9890-2F326FD136DF}" dt="2025-05-15T08:45:28.701" v="117" actId="20577"/>
          <ac:spMkLst>
            <pc:docMk/>
            <pc:sldMk cId="0" sldId="288"/>
            <ac:spMk id="11" creationId="{6C148BE4-A75A-2F84-F6D1-FAC6AEDDC285}"/>
          </ac:spMkLst>
        </pc:spChg>
      </pc:sldChg>
    </pc:docChg>
  </pc:docChgLst>
  <pc:docChgLst>
    <pc:chgData name="JORDAN LIM JUN HONG" userId="S::jjhlim003@mymail.sim.edu.sg::2795b1db-494c-481d-9dc6-40380451a642" providerId="AD" clId="Web-{469BFC02-4DC3-3BD8-A735-3702D789716B}"/>
    <pc:docChg chg="addSld modSld sldOrd">
      <pc:chgData name="JORDAN LIM JUN HONG" userId="S::jjhlim003@mymail.sim.edu.sg::2795b1db-494c-481d-9dc6-40380451a642" providerId="AD" clId="Web-{469BFC02-4DC3-3BD8-A735-3702D789716B}" dt="2025-05-17T08:34:27.570" v="144" actId="20577"/>
      <pc:docMkLst>
        <pc:docMk/>
      </pc:docMkLst>
      <pc:sldChg chg="modSp">
        <pc:chgData name="JORDAN LIM JUN HONG" userId="S::jjhlim003@mymail.sim.edu.sg::2795b1db-494c-481d-9dc6-40380451a642" providerId="AD" clId="Web-{469BFC02-4DC3-3BD8-A735-3702D789716B}" dt="2025-05-17T08:22:24.011" v="124" actId="20577"/>
        <pc:sldMkLst>
          <pc:docMk/>
          <pc:sldMk cId="0" sldId="285"/>
        </pc:sldMkLst>
        <pc:spChg chg="mod">
          <ac:chgData name="JORDAN LIM JUN HONG" userId="S::jjhlim003@mymail.sim.edu.sg::2795b1db-494c-481d-9dc6-40380451a642" providerId="AD" clId="Web-{469BFC02-4DC3-3BD8-A735-3702D789716B}" dt="2025-05-17T08:22:24.011" v="124" actId="20577"/>
          <ac:spMkLst>
            <pc:docMk/>
            <pc:sldMk cId="0" sldId="285"/>
            <ac:spMk id="8" creationId="{00000000-0000-0000-0000-000000000000}"/>
          </ac:spMkLst>
        </pc:spChg>
      </pc:sldChg>
      <pc:sldChg chg="delSp modSp">
        <pc:chgData name="JORDAN LIM JUN HONG" userId="S::jjhlim003@mymail.sim.edu.sg::2795b1db-494c-481d-9dc6-40380451a642" providerId="AD" clId="Web-{469BFC02-4DC3-3BD8-A735-3702D789716B}" dt="2025-05-17T07:54:00.462" v="65" actId="1076"/>
        <pc:sldMkLst>
          <pc:docMk/>
          <pc:sldMk cId="0" sldId="287"/>
        </pc:sldMkLst>
        <pc:spChg chg="mod">
          <ac:chgData name="JORDAN LIM JUN HONG" userId="S::jjhlim003@mymail.sim.edu.sg::2795b1db-494c-481d-9dc6-40380451a642" providerId="AD" clId="Web-{469BFC02-4DC3-3BD8-A735-3702D789716B}" dt="2025-05-17T07:54:00.462" v="65" actId="1076"/>
          <ac:spMkLst>
            <pc:docMk/>
            <pc:sldMk cId="0" sldId="287"/>
            <ac:spMk id="9" creationId="{00000000-0000-0000-0000-000000000000}"/>
          </ac:spMkLst>
        </pc:spChg>
      </pc:sldChg>
      <pc:sldChg chg="modSp">
        <pc:chgData name="JORDAN LIM JUN HONG" userId="S::jjhlim003@mymail.sim.edu.sg::2795b1db-494c-481d-9dc6-40380451a642" providerId="AD" clId="Web-{469BFC02-4DC3-3BD8-A735-3702D789716B}" dt="2025-05-17T07:39:31.923" v="51" actId="1076"/>
        <pc:sldMkLst>
          <pc:docMk/>
          <pc:sldMk cId="0" sldId="288"/>
        </pc:sldMkLst>
        <pc:spChg chg="mod">
          <ac:chgData name="JORDAN LIM JUN HONG" userId="S::jjhlim003@mymail.sim.edu.sg::2795b1db-494c-481d-9dc6-40380451a642" providerId="AD" clId="Web-{469BFC02-4DC3-3BD8-A735-3702D789716B}" dt="2025-05-17T07:37:14.277" v="38" actId="20577"/>
          <ac:spMkLst>
            <pc:docMk/>
            <pc:sldMk cId="0" sldId="288"/>
            <ac:spMk id="9" creationId="{00000000-0000-0000-0000-000000000000}"/>
          </ac:spMkLst>
        </pc:spChg>
        <pc:spChg chg="mod">
          <ac:chgData name="JORDAN LIM JUN HONG" userId="S::jjhlim003@mymail.sim.edu.sg::2795b1db-494c-481d-9dc6-40380451a642" providerId="AD" clId="Web-{469BFC02-4DC3-3BD8-A735-3702D789716B}" dt="2025-05-17T07:39:31.923" v="51" actId="1076"/>
          <ac:spMkLst>
            <pc:docMk/>
            <pc:sldMk cId="0" sldId="288"/>
            <ac:spMk id="12" creationId="{FD0F4146-0DE1-9B66-8C0A-D5DB3A3037A7}"/>
          </ac:spMkLst>
        </pc:spChg>
      </pc:sldChg>
      <pc:sldChg chg="modSp">
        <pc:chgData name="JORDAN LIM JUN HONG" userId="S::jjhlim003@mymail.sim.edu.sg::2795b1db-494c-481d-9dc6-40380451a642" providerId="AD" clId="Web-{469BFC02-4DC3-3BD8-A735-3702D789716B}" dt="2025-05-17T08:17:48.079" v="122" actId="20577"/>
        <pc:sldMkLst>
          <pc:docMk/>
          <pc:sldMk cId="2514570866" sldId="293"/>
        </pc:sldMkLst>
        <pc:spChg chg="mod">
          <ac:chgData name="JORDAN LIM JUN HONG" userId="S::jjhlim003@mymail.sim.edu.sg::2795b1db-494c-481d-9dc6-40380451a642" providerId="AD" clId="Web-{469BFC02-4DC3-3BD8-A735-3702D789716B}" dt="2025-05-17T08:10:05.030" v="97" actId="1076"/>
          <ac:spMkLst>
            <pc:docMk/>
            <pc:sldMk cId="2514570866" sldId="293"/>
            <ac:spMk id="9" creationId="{77D28B1A-541B-A587-234C-160778C386EB}"/>
          </ac:spMkLst>
        </pc:spChg>
        <pc:spChg chg="mod">
          <ac:chgData name="JORDAN LIM JUN HONG" userId="S::jjhlim003@mymail.sim.edu.sg::2795b1db-494c-481d-9dc6-40380451a642" providerId="AD" clId="Web-{469BFC02-4DC3-3BD8-A735-3702D789716B}" dt="2025-05-17T08:17:48.079" v="122" actId="20577"/>
          <ac:spMkLst>
            <pc:docMk/>
            <pc:sldMk cId="2514570866" sldId="293"/>
            <ac:spMk id="10" creationId="{AE43BC98-569F-870E-1DD8-AD42F9777D9C}"/>
          </ac:spMkLst>
        </pc:spChg>
      </pc:sldChg>
      <pc:sldChg chg="modSp">
        <pc:chgData name="JORDAN LIM JUN HONG" userId="S::jjhlim003@mymail.sim.edu.sg::2795b1db-494c-481d-9dc6-40380451a642" providerId="AD" clId="Web-{469BFC02-4DC3-3BD8-A735-3702D789716B}" dt="2025-05-17T08:34:27.570" v="144" actId="20577"/>
        <pc:sldMkLst>
          <pc:docMk/>
          <pc:sldMk cId="1121923057" sldId="294"/>
        </pc:sldMkLst>
        <pc:spChg chg="mod">
          <ac:chgData name="JORDAN LIM JUN HONG" userId="S::jjhlim003@mymail.sim.edu.sg::2795b1db-494c-481d-9dc6-40380451a642" providerId="AD" clId="Web-{469BFC02-4DC3-3BD8-A735-3702D789716B}" dt="2025-05-17T08:34:27.570" v="144" actId="20577"/>
          <ac:spMkLst>
            <pc:docMk/>
            <pc:sldMk cId="1121923057" sldId="294"/>
            <ac:spMk id="8" creationId="{5513CEC2-4F6A-6EE1-5157-1FF7A5C18163}"/>
          </ac:spMkLst>
        </pc:spChg>
        <pc:spChg chg="mod">
          <ac:chgData name="JORDAN LIM JUN HONG" userId="S::jjhlim003@mymail.sim.edu.sg::2795b1db-494c-481d-9dc6-40380451a642" providerId="AD" clId="Web-{469BFC02-4DC3-3BD8-A735-3702D789716B}" dt="2025-05-17T07:34:03.583" v="22" actId="20577"/>
          <ac:spMkLst>
            <pc:docMk/>
            <pc:sldMk cId="1121923057" sldId="294"/>
            <ac:spMk id="9" creationId="{7100A4BB-A0F5-E081-C46D-F8AF5630280B}"/>
          </ac:spMkLst>
        </pc:spChg>
      </pc:sldChg>
      <pc:sldChg chg="modSp add replId">
        <pc:chgData name="JORDAN LIM JUN HONG" userId="S::jjhlim003@mymail.sim.edu.sg::2795b1db-494c-481d-9dc6-40380451a642" providerId="AD" clId="Web-{469BFC02-4DC3-3BD8-A735-3702D789716B}" dt="2025-05-17T08:01:15.291" v="79" actId="1076"/>
        <pc:sldMkLst>
          <pc:docMk/>
          <pc:sldMk cId="1412345898" sldId="295"/>
        </pc:sldMkLst>
        <pc:spChg chg="mod">
          <ac:chgData name="JORDAN LIM JUN HONG" userId="S::jjhlim003@mymail.sim.edu.sg::2795b1db-494c-481d-9dc6-40380451a642" providerId="AD" clId="Web-{469BFC02-4DC3-3BD8-A735-3702D789716B}" dt="2025-05-17T08:01:08.353" v="78" actId="1076"/>
          <ac:spMkLst>
            <pc:docMk/>
            <pc:sldMk cId="1412345898" sldId="295"/>
            <ac:spMk id="9" creationId="{6F62F829-7436-B4B9-A5D4-740D8019225A}"/>
          </ac:spMkLst>
        </pc:spChg>
        <pc:spChg chg="mod">
          <ac:chgData name="JORDAN LIM JUN HONG" userId="S::jjhlim003@mymail.sim.edu.sg::2795b1db-494c-481d-9dc6-40380451a642" providerId="AD" clId="Web-{469BFC02-4DC3-3BD8-A735-3702D789716B}" dt="2025-05-17T08:01:15.291" v="79" actId="1076"/>
          <ac:spMkLst>
            <pc:docMk/>
            <pc:sldMk cId="1412345898" sldId="295"/>
            <ac:spMk id="12" creationId="{F48B6A7E-2DCE-DF54-4D8B-10A70662FC92}"/>
          </ac:spMkLst>
        </pc:spChg>
      </pc:sldChg>
      <pc:sldChg chg="delSp modSp add ord replId">
        <pc:chgData name="JORDAN LIM JUN HONG" userId="S::jjhlim003@mymail.sim.edu.sg::2795b1db-494c-481d-9dc6-40380451a642" providerId="AD" clId="Web-{469BFC02-4DC3-3BD8-A735-3702D789716B}" dt="2025-05-17T08:22:51.716" v="125" actId="20577"/>
        <pc:sldMkLst>
          <pc:docMk/>
          <pc:sldMk cId="2294081838" sldId="296"/>
        </pc:sldMkLst>
        <pc:spChg chg="mod">
          <ac:chgData name="JORDAN LIM JUN HONG" userId="S::jjhlim003@mymail.sim.edu.sg::2795b1db-494c-481d-9dc6-40380451a642" providerId="AD" clId="Web-{469BFC02-4DC3-3BD8-A735-3702D789716B}" dt="2025-05-17T08:22:51.716" v="125" actId="20577"/>
          <ac:spMkLst>
            <pc:docMk/>
            <pc:sldMk cId="2294081838" sldId="296"/>
            <ac:spMk id="9" creationId="{35B4E18A-8C00-3E89-60BC-21F0734782CA}"/>
          </ac:spMkLst>
        </pc:spChg>
        <pc:spChg chg="mod">
          <ac:chgData name="JORDAN LIM JUN HONG" userId="S::jjhlim003@mymail.sim.edu.sg::2795b1db-494c-481d-9dc6-40380451a642" providerId="AD" clId="Web-{469BFC02-4DC3-3BD8-A735-3702D789716B}" dt="2025-05-17T08:12:45.724" v="109" actId="20577"/>
          <ac:spMkLst>
            <pc:docMk/>
            <pc:sldMk cId="2294081838" sldId="296"/>
            <ac:spMk id="10" creationId="{6F54CEB9-E9E7-7CCC-D0C8-AA513A71E093}"/>
          </ac:spMkLst>
        </pc:spChg>
      </pc:sldChg>
      <pc:sldChg chg="modSp add replId">
        <pc:chgData name="JORDAN LIM JUN HONG" userId="S::jjhlim003@mymail.sim.edu.sg::2795b1db-494c-481d-9dc6-40380451a642" providerId="AD" clId="Web-{469BFC02-4DC3-3BD8-A735-3702D789716B}" dt="2025-05-17T08:33:56.569" v="142" actId="20577"/>
        <pc:sldMkLst>
          <pc:docMk/>
          <pc:sldMk cId="3388223260" sldId="297"/>
        </pc:sldMkLst>
      </pc:sldChg>
    </pc:docChg>
  </pc:docChgLst>
  <pc:docChgLst>
    <pc:chgData name="JORDAN LIM JUN HONG" userId="S::jjhlim003@mymail.sim.edu.sg::2795b1db-494c-481d-9dc6-40380451a642" providerId="AD" clId="Web-{AE022465-EC6A-296A-9D18-708EECCB6CDF}"/>
    <pc:docChg chg="modSld">
      <pc:chgData name="JORDAN LIM JUN HONG" userId="S::jjhlim003@mymail.sim.edu.sg::2795b1db-494c-481d-9dc6-40380451a642" providerId="AD" clId="Web-{AE022465-EC6A-296A-9D18-708EECCB6CDF}" dt="2025-05-17T04:27:27.960" v="17" actId="20577"/>
      <pc:docMkLst>
        <pc:docMk/>
      </pc:docMkLst>
      <pc:sldChg chg="modSp">
        <pc:chgData name="JORDAN LIM JUN HONG" userId="S::jjhlim003@mymail.sim.edu.sg::2795b1db-494c-481d-9dc6-40380451a642" providerId="AD" clId="Web-{AE022465-EC6A-296A-9D18-708EECCB6CDF}" dt="2025-05-17T04:27:27.960" v="17" actId="20577"/>
        <pc:sldMkLst>
          <pc:docMk/>
          <pc:sldMk cId="1121923057" sldId="294"/>
        </pc:sldMkLst>
        <pc:spChg chg="mod">
          <ac:chgData name="JORDAN LIM JUN HONG" userId="S::jjhlim003@mymail.sim.edu.sg::2795b1db-494c-481d-9dc6-40380451a642" providerId="AD" clId="Web-{AE022465-EC6A-296A-9D18-708EECCB6CDF}" dt="2025-05-17T04:27:27.960" v="17" actId="20577"/>
          <ac:spMkLst>
            <pc:docMk/>
            <pc:sldMk cId="1121923057" sldId="294"/>
            <ac:spMk id="8" creationId="{5513CEC2-4F6A-6EE1-5157-1FF7A5C18163}"/>
          </ac:spMkLst>
        </pc:spChg>
      </pc:sldChg>
    </pc:docChg>
  </pc:docChgLst>
  <pc:docChgLst>
    <pc:chgData name="WINNY CHOW WUN YEE (ZHOU WAN'ER)" userId="S::wwyzwcho001@mymail.sim.edu.sg::2552ecca-3cff-438d-ad30-73c16f5f9b5d" providerId="AD" clId="Web-{F593443F-0A7E-B828-3B4A-228F2CAFD9B3}"/>
    <pc:docChg chg="addSld delSld modSld sldOrd">
      <pc:chgData name="WINNY CHOW WUN YEE (ZHOU WAN'ER)" userId="S::wwyzwcho001@mymail.sim.edu.sg::2552ecca-3cff-438d-ad30-73c16f5f9b5d" providerId="AD" clId="Web-{F593443F-0A7E-B828-3B4A-228F2CAFD9B3}" dt="2025-05-17T11:42:08.294" v="205" actId="20577"/>
      <pc:docMkLst>
        <pc:docMk/>
      </pc:docMkLst>
      <pc:sldChg chg="addSp delSp modSp del">
        <pc:chgData name="WINNY CHOW WUN YEE (ZHOU WAN'ER)" userId="S::wwyzwcho001@mymail.sim.edu.sg::2552ecca-3cff-438d-ad30-73c16f5f9b5d" providerId="AD" clId="Web-{F593443F-0A7E-B828-3B4A-228F2CAFD9B3}" dt="2025-05-17T11:31:32.389" v="35"/>
        <pc:sldMkLst>
          <pc:docMk/>
          <pc:sldMk cId="0" sldId="284"/>
        </pc:sldMkLst>
        <pc:spChg chg="del">
          <ac:chgData name="WINNY CHOW WUN YEE (ZHOU WAN'ER)" userId="S::wwyzwcho001@mymail.sim.edu.sg::2552ecca-3cff-438d-ad30-73c16f5f9b5d" providerId="AD" clId="Web-{F593443F-0A7E-B828-3B4A-228F2CAFD9B3}" dt="2025-05-17T11:31:03.980" v="28"/>
          <ac:spMkLst>
            <pc:docMk/>
            <pc:sldMk cId="0" sldId="284"/>
            <ac:spMk id="8" creationId="{00000000-0000-0000-0000-000000000000}"/>
          </ac:spMkLst>
        </pc:spChg>
        <pc:spChg chg="add del">
          <ac:chgData name="WINNY CHOW WUN YEE (ZHOU WAN'ER)" userId="S::wwyzwcho001@mymail.sim.edu.sg::2552ecca-3cff-438d-ad30-73c16f5f9b5d" providerId="AD" clId="Web-{F593443F-0A7E-B828-3B4A-228F2CAFD9B3}" dt="2025-05-17T11:31:02.012" v="27"/>
          <ac:spMkLst>
            <pc:docMk/>
            <pc:sldMk cId="0" sldId="284"/>
            <ac:spMk id="9" creationId="{00000000-0000-0000-0000-000000000000}"/>
          </ac:spMkLst>
        </pc:spChg>
      </pc:sldChg>
      <pc:sldChg chg="del">
        <pc:chgData name="WINNY CHOW WUN YEE (ZHOU WAN'ER)" userId="S::wwyzwcho001@mymail.sim.edu.sg::2552ecca-3cff-438d-ad30-73c16f5f9b5d" providerId="AD" clId="Web-{F593443F-0A7E-B828-3B4A-228F2CAFD9B3}" dt="2025-05-17T11:34:28.318" v="106"/>
        <pc:sldMkLst>
          <pc:docMk/>
          <pc:sldMk cId="0" sldId="285"/>
        </pc:sldMkLst>
      </pc:sldChg>
      <pc:sldChg chg="modSp">
        <pc:chgData name="WINNY CHOW WUN YEE (ZHOU WAN'ER)" userId="S::wwyzwcho001@mymail.sim.edu.sg::2552ecca-3cff-438d-ad30-73c16f5f9b5d" providerId="AD" clId="Web-{F593443F-0A7E-B828-3B4A-228F2CAFD9B3}" dt="2025-05-17T11:35:38.336" v="116" actId="20577"/>
        <pc:sldMkLst>
          <pc:docMk/>
          <pc:sldMk cId="0" sldId="287"/>
        </pc:sldMkLst>
        <pc:spChg chg="mod">
          <ac:chgData name="WINNY CHOW WUN YEE (ZHOU WAN'ER)" userId="S::wwyzwcho001@mymail.sim.edu.sg::2552ecca-3cff-438d-ad30-73c16f5f9b5d" providerId="AD" clId="Web-{F593443F-0A7E-B828-3B4A-228F2CAFD9B3}" dt="2025-05-17T11:35:38.336" v="116" actId="20577"/>
          <ac:spMkLst>
            <pc:docMk/>
            <pc:sldMk cId="0" sldId="287"/>
            <ac:spMk id="9" creationId="{00000000-0000-0000-0000-000000000000}"/>
          </ac:spMkLst>
        </pc:spChg>
      </pc:sldChg>
      <pc:sldChg chg="modSp">
        <pc:chgData name="WINNY CHOW WUN YEE (ZHOU WAN'ER)" userId="S::wwyzwcho001@mymail.sim.edu.sg::2552ecca-3cff-438d-ad30-73c16f5f9b5d" providerId="AD" clId="Web-{F593443F-0A7E-B828-3B4A-228F2CAFD9B3}" dt="2025-05-17T11:36:02.540" v="120" actId="20577"/>
        <pc:sldMkLst>
          <pc:docMk/>
          <pc:sldMk cId="0" sldId="288"/>
        </pc:sldMkLst>
        <pc:spChg chg="mod">
          <ac:chgData name="WINNY CHOW WUN YEE (ZHOU WAN'ER)" userId="S::wwyzwcho001@mymail.sim.edu.sg::2552ecca-3cff-438d-ad30-73c16f5f9b5d" providerId="AD" clId="Web-{F593443F-0A7E-B828-3B4A-228F2CAFD9B3}" dt="2025-05-17T11:36:02.540" v="120" actId="20577"/>
          <ac:spMkLst>
            <pc:docMk/>
            <pc:sldMk cId="0" sldId="288"/>
            <ac:spMk id="9" creationId="{00000000-0000-0000-0000-000000000000}"/>
          </ac:spMkLst>
        </pc:spChg>
      </pc:sldChg>
      <pc:sldChg chg="delSp modSp">
        <pc:chgData name="WINNY CHOW WUN YEE (ZHOU WAN'ER)" userId="S::wwyzwcho001@mymail.sim.edu.sg::2552ecca-3cff-438d-ad30-73c16f5f9b5d" providerId="AD" clId="Web-{F593443F-0A7E-B828-3B4A-228F2CAFD9B3}" dt="2025-05-17T11:41:58.856" v="203" actId="20577"/>
        <pc:sldMkLst>
          <pc:docMk/>
          <pc:sldMk cId="2514570866" sldId="293"/>
        </pc:sldMkLst>
        <pc:spChg chg="mod">
          <ac:chgData name="WINNY CHOW WUN YEE (ZHOU WAN'ER)" userId="S::wwyzwcho001@mymail.sim.edu.sg::2552ecca-3cff-438d-ad30-73c16f5f9b5d" providerId="AD" clId="Web-{F593443F-0A7E-B828-3B4A-228F2CAFD9B3}" dt="2025-05-17T11:41:22.270" v="190" actId="20577"/>
          <ac:spMkLst>
            <pc:docMk/>
            <pc:sldMk cId="2514570866" sldId="293"/>
            <ac:spMk id="9" creationId="{77D28B1A-541B-A587-234C-160778C386EB}"/>
          </ac:spMkLst>
        </pc:spChg>
        <pc:spChg chg="mod">
          <ac:chgData name="WINNY CHOW WUN YEE (ZHOU WAN'ER)" userId="S::wwyzwcho001@mymail.sim.edu.sg::2552ecca-3cff-438d-ad30-73c16f5f9b5d" providerId="AD" clId="Web-{F593443F-0A7E-B828-3B4A-228F2CAFD9B3}" dt="2025-05-17T11:41:58.856" v="203" actId="20577"/>
          <ac:spMkLst>
            <pc:docMk/>
            <pc:sldMk cId="2514570866" sldId="293"/>
            <ac:spMk id="10" creationId="{AE43BC98-569F-870E-1DD8-AD42F9777D9C}"/>
          </ac:spMkLst>
        </pc:spChg>
      </pc:sldChg>
      <pc:sldChg chg="modSp">
        <pc:chgData name="WINNY CHOW WUN YEE (ZHOU WAN'ER)" userId="S::wwyzwcho001@mymail.sim.edu.sg::2552ecca-3cff-438d-ad30-73c16f5f9b5d" providerId="AD" clId="Web-{F593443F-0A7E-B828-3B4A-228F2CAFD9B3}" dt="2025-05-17T11:42:08.294" v="205" actId="20577"/>
        <pc:sldMkLst>
          <pc:docMk/>
          <pc:sldMk cId="1121923057" sldId="294"/>
        </pc:sldMkLst>
        <pc:spChg chg="mod">
          <ac:chgData name="WINNY CHOW WUN YEE (ZHOU WAN'ER)" userId="S::wwyzwcho001@mymail.sim.edu.sg::2552ecca-3cff-438d-ad30-73c16f5f9b5d" providerId="AD" clId="Web-{F593443F-0A7E-B828-3B4A-228F2CAFD9B3}" dt="2025-05-17T11:42:08.294" v="205" actId="20577"/>
          <ac:spMkLst>
            <pc:docMk/>
            <pc:sldMk cId="1121923057" sldId="294"/>
            <ac:spMk id="9" creationId="{7100A4BB-A0F5-E081-C46D-F8AF5630280B}"/>
          </ac:spMkLst>
        </pc:spChg>
      </pc:sldChg>
      <pc:sldChg chg="addSp delSp modSp">
        <pc:chgData name="WINNY CHOW WUN YEE (ZHOU WAN'ER)" userId="S::wwyzwcho001@mymail.sim.edu.sg::2552ecca-3cff-438d-ad30-73c16f5f9b5d" providerId="AD" clId="Web-{F593443F-0A7E-B828-3B4A-228F2CAFD9B3}" dt="2025-05-17T11:40:25.534" v="176" actId="1076"/>
        <pc:sldMkLst>
          <pc:docMk/>
          <pc:sldMk cId="1412345898" sldId="295"/>
        </pc:sldMkLst>
        <pc:spChg chg="mod">
          <ac:chgData name="WINNY CHOW WUN YEE (ZHOU WAN'ER)" userId="S::wwyzwcho001@mymail.sim.edu.sg::2552ecca-3cff-438d-ad30-73c16f5f9b5d" providerId="AD" clId="Web-{F593443F-0A7E-B828-3B4A-228F2CAFD9B3}" dt="2025-05-17T11:36:10.134" v="122" actId="20577"/>
          <ac:spMkLst>
            <pc:docMk/>
            <pc:sldMk cId="1412345898" sldId="295"/>
            <ac:spMk id="9" creationId="{6F62F829-7436-B4B9-A5D4-740D8019225A}"/>
          </ac:spMkLst>
        </pc:spChg>
        <pc:spChg chg="mod">
          <ac:chgData name="WINNY CHOW WUN YEE (ZHOU WAN'ER)" userId="S::wwyzwcho001@mymail.sim.edu.sg::2552ecca-3cff-438d-ad30-73c16f5f9b5d" providerId="AD" clId="Web-{F593443F-0A7E-B828-3B4A-228F2CAFD9B3}" dt="2025-05-17T11:40:23.909" v="175" actId="1076"/>
          <ac:spMkLst>
            <pc:docMk/>
            <pc:sldMk cId="1412345898" sldId="295"/>
            <ac:spMk id="12" creationId="{F48B6A7E-2DCE-DF54-4D8B-10A70662FC92}"/>
          </ac:spMkLst>
        </pc:spChg>
        <pc:picChg chg="add mod">
          <ac:chgData name="WINNY CHOW WUN YEE (ZHOU WAN'ER)" userId="S::wwyzwcho001@mymail.sim.edu.sg::2552ecca-3cff-438d-ad30-73c16f5f9b5d" providerId="AD" clId="Web-{F593443F-0A7E-B828-3B4A-228F2CAFD9B3}" dt="2025-05-17T11:40:25.534" v="176" actId="1076"/>
          <ac:picMkLst>
            <pc:docMk/>
            <pc:sldMk cId="1412345898" sldId="295"/>
            <ac:picMk id="13" creationId="{5BFC4ADC-4116-F83F-72A1-33D86D2FB7DB}"/>
          </ac:picMkLst>
        </pc:picChg>
      </pc:sldChg>
      <pc:sldChg chg="modSp">
        <pc:chgData name="WINNY CHOW WUN YEE (ZHOU WAN'ER)" userId="S::wwyzwcho001@mymail.sim.edu.sg::2552ecca-3cff-438d-ad30-73c16f5f9b5d" providerId="AD" clId="Web-{F593443F-0A7E-B828-3B4A-228F2CAFD9B3}" dt="2025-05-17T11:41:14.973" v="187" actId="20577"/>
        <pc:sldMkLst>
          <pc:docMk/>
          <pc:sldMk cId="2294081838" sldId="296"/>
        </pc:sldMkLst>
        <pc:spChg chg="mod">
          <ac:chgData name="WINNY CHOW WUN YEE (ZHOU WAN'ER)" userId="S::wwyzwcho001@mymail.sim.edu.sg::2552ecca-3cff-438d-ad30-73c16f5f9b5d" providerId="AD" clId="Web-{F593443F-0A7E-B828-3B4A-228F2CAFD9B3}" dt="2025-05-17T11:40:32.003" v="179" actId="20577"/>
          <ac:spMkLst>
            <pc:docMk/>
            <pc:sldMk cId="2294081838" sldId="296"/>
            <ac:spMk id="9" creationId="{35B4E18A-8C00-3E89-60BC-21F0734782CA}"/>
          </ac:spMkLst>
        </pc:spChg>
        <pc:spChg chg="mod">
          <ac:chgData name="WINNY CHOW WUN YEE (ZHOU WAN'ER)" userId="S::wwyzwcho001@mymail.sim.edu.sg::2552ecca-3cff-438d-ad30-73c16f5f9b5d" providerId="AD" clId="Web-{F593443F-0A7E-B828-3B4A-228F2CAFD9B3}" dt="2025-05-17T11:41:14.973" v="187" actId="20577"/>
          <ac:spMkLst>
            <pc:docMk/>
            <pc:sldMk cId="2294081838" sldId="296"/>
            <ac:spMk id="10" creationId="{6F54CEB9-E9E7-7CCC-D0C8-AA513A71E093}"/>
          </ac:spMkLst>
        </pc:spChg>
      </pc:sldChg>
      <pc:sldChg chg="addSp modSp new">
        <pc:chgData name="WINNY CHOW WUN YEE (ZHOU WAN'ER)" userId="S::wwyzwcho001@mymail.sim.edu.sg::2552ecca-3cff-438d-ad30-73c16f5f9b5d" providerId="AD" clId="Web-{F593443F-0A7E-B828-3B4A-228F2CAFD9B3}" dt="2025-05-17T11:34:27.974" v="105"/>
        <pc:sldMkLst>
          <pc:docMk/>
          <pc:sldMk cId="518187059" sldId="297"/>
        </pc:sldMkLst>
        <pc:spChg chg="add mod">
          <ac:chgData name="WINNY CHOW WUN YEE (ZHOU WAN'ER)" userId="S::wwyzwcho001@mymail.sim.edu.sg::2552ecca-3cff-438d-ad30-73c16f5f9b5d" providerId="AD" clId="Web-{F593443F-0A7E-B828-3B4A-228F2CAFD9B3}" dt="2025-05-17T11:33:47.097" v="97" actId="1076"/>
          <ac:spMkLst>
            <pc:docMk/>
            <pc:sldMk cId="518187059" sldId="297"/>
            <ac:spMk id="3" creationId="{98E17155-F6BA-EACD-B432-BFF3B7F1F6A7}"/>
          </ac:spMkLst>
        </pc:spChg>
        <pc:spChg chg="add mod">
          <ac:chgData name="WINNY CHOW WUN YEE (ZHOU WAN'ER)" userId="S::wwyzwcho001@mymail.sim.edu.sg::2552ecca-3cff-438d-ad30-73c16f5f9b5d" providerId="AD" clId="Web-{F593443F-0A7E-B828-3B4A-228F2CAFD9B3}" dt="2025-05-17T11:33:56.738" v="99" actId="20577"/>
          <ac:spMkLst>
            <pc:docMk/>
            <pc:sldMk cId="518187059" sldId="297"/>
            <ac:spMk id="4" creationId="{0AA92ED5-17C7-A370-9761-AC7617B8C4BD}"/>
          </ac:spMkLst>
        </pc:spChg>
        <pc:spChg chg="add">
          <ac:chgData name="WINNY CHOW WUN YEE (ZHOU WAN'ER)" userId="S::wwyzwcho001@mymail.sim.edu.sg::2552ecca-3cff-438d-ad30-73c16f5f9b5d" providerId="AD" clId="Web-{F593443F-0A7E-B828-3B4A-228F2CAFD9B3}" dt="2025-05-17T11:34:16.239" v="100"/>
          <ac:spMkLst>
            <pc:docMk/>
            <pc:sldMk cId="518187059" sldId="297"/>
            <ac:spMk id="6" creationId="{5DD2BF9A-28B8-80CE-4E72-833E477E0015}"/>
          </ac:spMkLst>
        </pc:spChg>
        <pc:spChg chg="add">
          <ac:chgData name="WINNY CHOW WUN YEE (ZHOU WAN'ER)" userId="S::wwyzwcho001@mymail.sim.edu.sg::2552ecca-3cff-438d-ad30-73c16f5f9b5d" providerId="AD" clId="Web-{F593443F-0A7E-B828-3B4A-228F2CAFD9B3}" dt="2025-05-17T11:34:19.411" v="101"/>
          <ac:spMkLst>
            <pc:docMk/>
            <pc:sldMk cId="518187059" sldId="297"/>
            <ac:spMk id="8" creationId="{EE7CF857-1B50-7A1F-E00D-745D1184F84D}"/>
          </ac:spMkLst>
        </pc:spChg>
        <pc:spChg chg="add">
          <ac:chgData name="WINNY CHOW WUN YEE (ZHOU WAN'ER)" userId="S::wwyzwcho001@mymail.sim.edu.sg::2552ecca-3cff-438d-ad30-73c16f5f9b5d" providerId="AD" clId="Web-{F593443F-0A7E-B828-3B4A-228F2CAFD9B3}" dt="2025-05-17T11:34:19.473" v="102"/>
          <ac:spMkLst>
            <pc:docMk/>
            <pc:sldMk cId="518187059" sldId="297"/>
            <ac:spMk id="10" creationId="{D6F69B60-990C-FD48-8C52-7F134CB06DAD}"/>
          </ac:spMkLst>
        </pc:spChg>
        <pc:spChg chg="add">
          <ac:chgData name="WINNY CHOW WUN YEE (ZHOU WAN'ER)" userId="S::wwyzwcho001@mymail.sim.edu.sg::2552ecca-3cff-438d-ad30-73c16f5f9b5d" providerId="AD" clId="Web-{F593443F-0A7E-B828-3B4A-228F2CAFD9B3}" dt="2025-05-17T11:34:19.536" v="103"/>
          <ac:spMkLst>
            <pc:docMk/>
            <pc:sldMk cId="518187059" sldId="297"/>
            <ac:spMk id="12" creationId="{9495A699-07A9-F757-A429-79C61EC2EB7F}"/>
          </ac:spMkLst>
        </pc:spChg>
        <pc:spChg chg="add">
          <ac:chgData name="WINNY CHOW WUN YEE (ZHOU WAN'ER)" userId="S::wwyzwcho001@mymail.sim.edu.sg::2552ecca-3cff-438d-ad30-73c16f5f9b5d" providerId="AD" clId="Web-{F593443F-0A7E-B828-3B4A-228F2CAFD9B3}" dt="2025-05-17T11:34:27.849" v="104"/>
          <ac:spMkLst>
            <pc:docMk/>
            <pc:sldMk cId="518187059" sldId="297"/>
            <ac:spMk id="14" creationId="{50882FCC-7404-D734-8FE6-97C9431E8FE3}"/>
          </ac:spMkLst>
        </pc:spChg>
        <pc:spChg chg="add">
          <ac:chgData name="WINNY CHOW WUN YEE (ZHOU WAN'ER)" userId="S::wwyzwcho001@mymail.sim.edu.sg::2552ecca-3cff-438d-ad30-73c16f5f9b5d" providerId="AD" clId="Web-{F593443F-0A7E-B828-3B4A-228F2CAFD9B3}" dt="2025-05-17T11:34:27.974" v="105"/>
          <ac:spMkLst>
            <pc:docMk/>
            <pc:sldMk cId="518187059" sldId="297"/>
            <ac:spMk id="16" creationId="{F85CB12A-1F95-EE91-7BCA-D8814B2595F2}"/>
          </ac:spMkLst>
        </pc:spChg>
      </pc:sldChg>
      <pc:sldChg chg="modSp add ord replId">
        <pc:chgData name="WINNY CHOW WUN YEE (ZHOU WAN'ER)" userId="S::wwyzwcho001@mymail.sim.edu.sg::2552ecca-3cff-438d-ad30-73c16f5f9b5d" providerId="AD" clId="Web-{F593443F-0A7E-B828-3B4A-228F2CAFD9B3}" dt="2025-05-17T11:37:48.653" v="129"/>
        <pc:sldMkLst>
          <pc:docMk/>
          <pc:sldMk cId="460387793" sldId="298"/>
        </pc:sldMkLst>
        <pc:spChg chg="mod">
          <ac:chgData name="WINNY CHOW WUN YEE (ZHOU WAN'ER)" userId="S::wwyzwcho001@mymail.sim.edu.sg::2552ecca-3cff-438d-ad30-73c16f5f9b5d" providerId="AD" clId="Web-{F593443F-0A7E-B828-3B4A-228F2CAFD9B3}" dt="2025-05-17T11:35:20.632" v="114" actId="20577"/>
          <ac:spMkLst>
            <pc:docMk/>
            <pc:sldMk cId="460387793" sldId="298"/>
            <ac:spMk id="9" creationId="{3BE4AE7B-2E30-8E5A-116D-43B5DFD047D9}"/>
          </ac:spMkLst>
        </pc:spChg>
      </pc:sldChg>
      <pc:sldChg chg="add del replId">
        <pc:chgData name="WINNY CHOW WUN YEE (ZHOU WAN'ER)" userId="S::wwyzwcho001@mymail.sim.edu.sg::2552ecca-3cff-438d-ad30-73c16f5f9b5d" providerId="AD" clId="Web-{F593443F-0A7E-B828-3B4A-228F2CAFD9B3}" dt="2025-05-17T11:35:03.850" v="108"/>
        <pc:sldMkLst>
          <pc:docMk/>
          <pc:sldMk cId="2963314926" sldId="298"/>
        </pc:sldMkLst>
      </pc:sldChg>
    </pc:docChg>
  </pc:docChgLst>
  <pc:docChgLst>
    <pc:chgData name="GOH JUN RONG" userId="afa63682-19da-4481-a96b-156aac727af1" providerId="ADAL" clId="{2EAB93DA-64B9-4EE9-8AC1-26071F1FFF6D}"/>
    <pc:docChg chg="undo custSel addSld delSld modSld sldOrd">
      <pc:chgData name="GOH JUN RONG" userId="afa63682-19da-4481-a96b-156aac727af1" providerId="ADAL" clId="{2EAB93DA-64B9-4EE9-8AC1-26071F1FFF6D}" dt="2025-05-20T03:54:36.667" v="926"/>
      <pc:docMkLst>
        <pc:docMk/>
      </pc:docMkLst>
      <pc:sldChg chg="addSp delSp modSp mod modNotesTx">
        <pc:chgData name="GOH JUN RONG" userId="afa63682-19da-4481-a96b-156aac727af1" providerId="ADAL" clId="{2EAB93DA-64B9-4EE9-8AC1-26071F1FFF6D}" dt="2025-05-16T16:42:33.397" v="897" actId="20577"/>
        <pc:sldMkLst>
          <pc:docMk/>
          <pc:sldMk cId="2754283153" sldId="256"/>
        </pc:sldMkLst>
        <pc:graphicFrameChg chg="add mod">
          <ac:chgData name="GOH JUN RONG" userId="afa63682-19da-4481-a96b-156aac727af1" providerId="ADAL" clId="{2EAB93DA-64B9-4EE9-8AC1-26071F1FFF6D}" dt="2025-05-16T16:28:52.538" v="485" actId="1076"/>
          <ac:graphicFrameMkLst>
            <pc:docMk/>
            <pc:sldMk cId="2754283153" sldId="256"/>
            <ac:graphicFrameMk id="7" creationId="{744EB01A-2580-BB8F-E44F-CBEEEBBB09F9}"/>
          </ac:graphicFrameMkLst>
        </pc:graphicFrameChg>
      </pc:sldChg>
      <pc:sldChg chg="modSp mod">
        <pc:chgData name="GOH JUN RONG" userId="afa63682-19da-4481-a96b-156aac727af1" providerId="ADAL" clId="{2EAB93DA-64B9-4EE9-8AC1-26071F1FFF6D}" dt="2025-05-16T16:30:30.858" v="486" actId="1076"/>
        <pc:sldMkLst>
          <pc:docMk/>
          <pc:sldMk cId="1926166942" sldId="257"/>
        </pc:sldMkLst>
        <pc:graphicFrameChg chg="mod">
          <ac:chgData name="GOH JUN RONG" userId="afa63682-19da-4481-a96b-156aac727af1" providerId="ADAL" clId="{2EAB93DA-64B9-4EE9-8AC1-26071F1FFF6D}" dt="2025-05-16T16:30:30.858" v="486" actId="1076"/>
          <ac:graphicFrameMkLst>
            <pc:docMk/>
            <pc:sldMk cId="1926166942" sldId="257"/>
            <ac:graphicFrameMk id="4" creationId="{413923AC-7224-D41E-08F5-1004C135E7B5}"/>
          </ac:graphicFrameMkLst>
        </pc:graphicFrameChg>
      </pc:sldChg>
      <pc:sldChg chg="addSp delSp modSp mod">
        <pc:chgData name="GOH JUN RONG" userId="afa63682-19da-4481-a96b-156aac727af1" providerId="ADAL" clId="{2EAB93DA-64B9-4EE9-8AC1-26071F1FFF6D}" dt="2025-05-16T16:31:31.594" v="571" actId="12789"/>
        <pc:sldMkLst>
          <pc:docMk/>
          <pc:sldMk cId="3789833096" sldId="258"/>
        </pc:sldMkLst>
        <pc:graphicFrameChg chg="add mod">
          <ac:chgData name="GOH JUN RONG" userId="afa63682-19da-4481-a96b-156aac727af1" providerId="ADAL" clId="{2EAB93DA-64B9-4EE9-8AC1-26071F1FFF6D}" dt="2025-05-16T16:31:31.594" v="571" actId="12789"/>
          <ac:graphicFrameMkLst>
            <pc:docMk/>
            <pc:sldMk cId="3789833096" sldId="258"/>
            <ac:graphicFrameMk id="2" creationId="{BD3668E8-CACB-2144-C15E-C281658E73F9}"/>
          </ac:graphicFrameMkLst>
        </pc:graphicFrameChg>
      </pc:sldChg>
      <pc:sldChg chg="addSp delSp modSp mod modShow">
        <pc:chgData name="GOH JUN RONG" userId="afa63682-19da-4481-a96b-156aac727af1" providerId="ADAL" clId="{2EAB93DA-64B9-4EE9-8AC1-26071F1FFF6D}" dt="2025-05-15T04:09:44.405" v="97" actId="729"/>
        <pc:sldMkLst>
          <pc:docMk/>
          <pc:sldMk cId="1691307193" sldId="259"/>
        </pc:sldMkLst>
      </pc:sldChg>
      <pc:sldChg chg="addSp delSp modSp new mod modShow">
        <pc:chgData name="GOH JUN RONG" userId="afa63682-19da-4481-a96b-156aac727af1" providerId="ADAL" clId="{2EAB93DA-64B9-4EE9-8AC1-26071F1FFF6D}" dt="2025-05-15T04:15:31.116" v="98" actId="729"/>
        <pc:sldMkLst>
          <pc:docMk/>
          <pc:sldMk cId="3386526203" sldId="260"/>
        </pc:sldMkLst>
      </pc:sldChg>
      <pc:sldChg chg="mod modShow">
        <pc:chgData name="GOH JUN RONG" userId="afa63682-19da-4481-a96b-156aac727af1" providerId="ADAL" clId="{2EAB93DA-64B9-4EE9-8AC1-26071F1FFF6D}" dt="2025-05-19T14:24:50.066" v="917" actId="729"/>
        <pc:sldMkLst>
          <pc:docMk/>
          <pc:sldMk cId="1074129313" sldId="261"/>
        </pc:sldMkLst>
      </pc:sldChg>
      <pc:sldChg chg="mod modShow">
        <pc:chgData name="GOH JUN RONG" userId="afa63682-19da-4481-a96b-156aac727af1" providerId="ADAL" clId="{2EAB93DA-64B9-4EE9-8AC1-26071F1FFF6D}" dt="2025-05-19T14:24:50.066" v="917" actId="729"/>
        <pc:sldMkLst>
          <pc:docMk/>
          <pc:sldMk cId="1023860695" sldId="264"/>
        </pc:sldMkLst>
      </pc:sldChg>
      <pc:sldChg chg="modSp mod modShow">
        <pc:chgData name="GOH JUN RONG" userId="afa63682-19da-4481-a96b-156aac727af1" providerId="ADAL" clId="{2EAB93DA-64B9-4EE9-8AC1-26071F1FFF6D}" dt="2025-05-19T14:24:50.066" v="917" actId="729"/>
        <pc:sldMkLst>
          <pc:docMk/>
          <pc:sldMk cId="952440830" sldId="265"/>
        </pc:sldMkLst>
        <pc:spChg chg="mod">
          <ac:chgData name="GOH JUN RONG" userId="afa63682-19da-4481-a96b-156aac727af1" providerId="ADAL" clId="{2EAB93DA-64B9-4EE9-8AC1-26071F1FFF6D}" dt="2025-05-15T01:35:57.030" v="54" actId="255"/>
          <ac:spMkLst>
            <pc:docMk/>
            <pc:sldMk cId="952440830" sldId="265"/>
            <ac:spMk id="2" creationId="{7C427C2C-99BF-8E37-3930-1AD540DC4CF1}"/>
          </ac:spMkLst>
        </pc:spChg>
      </pc:sldChg>
      <pc:sldChg chg="modSp mod modShow">
        <pc:chgData name="GOH JUN RONG" userId="afa63682-19da-4481-a96b-156aac727af1" providerId="ADAL" clId="{2EAB93DA-64B9-4EE9-8AC1-26071F1FFF6D}" dt="2025-05-19T14:24:50.066" v="917" actId="729"/>
        <pc:sldMkLst>
          <pc:docMk/>
          <pc:sldMk cId="23343864" sldId="266"/>
        </pc:sldMkLst>
        <pc:spChg chg="mod">
          <ac:chgData name="GOH JUN RONG" userId="afa63682-19da-4481-a96b-156aac727af1" providerId="ADAL" clId="{2EAB93DA-64B9-4EE9-8AC1-26071F1FFF6D}" dt="2025-05-15T01:44:30.190" v="72" actId="255"/>
          <ac:spMkLst>
            <pc:docMk/>
            <pc:sldMk cId="23343864" sldId="266"/>
            <ac:spMk id="2" creationId="{9E4E09F3-B10D-58AC-22C0-CFC97F61DC81}"/>
          </ac:spMkLst>
        </pc:spChg>
      </pc:sldChg>
      <pc:sldChg chg="mod modShow">
        <pc:chgData name="GOH JUN RONG" userId="afa63682-19da-4481-a96b-156aac727af1" providerId="ADAL" clId="{2EAB93DA-64B9-4EE9-8AC1-26071F1FFF6D}" dt="2025-05-19T14:24:50.066" v="917" actId="729"/>
        <pc:sldMkLst>
          <pc:docMk/>
          <pc:sldMk cId="3870811534" sldId="267"/>
        </pc:sldMkLst>
      </pc:sldChg>
      <pc:sldChg chg="mod modShow">
        <pc:chgData name="GOH JUN RONG" userId="afa63682-19da-4481-a96b-156aac727af1" providerId="ADAL" clId="{2EAB93DA-64B9-4EE9-8AC1-26071F1FFF6D}" dt="2025-05-19T14:24:50.066" v="917" actId="729"/>
        <pc:sldMkLst>
          <pc:docMk/>
          <pc:sldMk cId="1418687796" sldId="268"/>
        </pc:sldMkLst>
      </pc:sldChg>
      <pc:sldChg chg="modSp mod modShow">
        <pc:chgData name="GOH JUN RONG" userId="afa63682-19da-4481-a96b-156aac727af1" providerId="ADAL" clId="{2EAB93DA-64B9-4EE9-8AC1-26071F1FFF6D}" dt="2025-05-19T14:24:50.066" v="917" actId="729"/>
        <pc:sldMkLst>
          <pc:docMk/>
          <pc:sldMk cId="2648114911" sldId="270"/>
        </pc:sldMkLst>
        <pc:spChg chg="mod">
          <ac:chgData name="GOH JUN RONG" userId="afa63682-19da-4481-a96b-156aac727af1" providerId="ADAL" clId="{2EAB93DA-64B9-4EE9-8AC1-26071F1FFF6D}" dt="2025-05-16T06:14:51.492" v="100" actId="27636"/>
          <ac:spMkLst>
            <pc:docMk/>
            <pc:sldMk cId="2648114911" sldId="270"/>
            <ac:spMk id="2" creationId="{981D7DCC-7391-F0DF-851E-B5A1401C0608}"/>
          </ac:spMkLst>
        </pc:spChg>
      </pc:sldChg>
      <pc:sldChg chg="mod modShow">
        <pc:chgData name="GOH JUN RONG" userId="afa63682-19da-4481-a96b-156aac727af1" providerId="ADAL" clId="{2EAB93DA-64B9-4EE9-8AC1-26071F1FFF6D}" dt="2025-05-19T14:24:50.066" v="917" actId="729"/>
        <pc:sldMkLst>
          <pc:docMk/>
          <pc:sldMk cId="3925430784" sldId="271"/>
        </pc:sldMkLst>
      </pc:sldChg>
      <pc:sldChg chg="mod modShow">
        <pc:chgData name="GOH JUN RONG" userId="afa63682-19da-4481-a96b-156aac727af1" providerId="ADAL" clId="{2EAB93DA-64B9-4EE9-8AC1-26071F1FFF6D}" dt="2025-05-19T14:24:50.066" v="917" actId="729"/>
        <pc:sldMkLst>
          <pc:docMk/>
          <pc:sldMk cId="1766631885" sldId="273"/>
        </pc:sldMkLst>
      </pc:sldChg>
      <pc:sldChg chg="modSp mod ord modNotesTx">
        <pc:chgData name="GOH JUN RONG" userId="afa63682-19da-4481-a96b-156aac727af1" providerId="ADAL" clId="{2EAB93DA-64B9-4EE9-8AC1-26071F1FFF6D}" dt="2025-05-19T16:22:06.207" v="919"/>
        <pc:sldMkLst>
          <pc:docMk/>
          <pc:sldMk cId="1883919328" sldId="277"/>
        </pc:sldMkLst>
        <pc:spChg chg="mod">
          <ac:chgData name="GOH JUN RONG" userId="afa63682-19da-4481-a96b-156aac727af1" providerId="ADAL" clId="{2EAB93DA-64B9-4EE9-8AC1-26071F1FFF6D}" dt="2025-05-16T16:18:32.788" v="419" actId="20577"/>
          <ac:spMkLst>
            <pc:docMk/>
            <pc:sldMk cId="1883919328" sldId="277"/>
            <ac:spMk id="4" creationId="{903FEBF3-529E-7814-511E-10C3B09A274A}"/>
          </ac:spMkLst>
        </pc:spChg>
      </pc:sldChg>
      <pc:sldChg chg="modSp mod ord modNotesTx">
        <pc:chgData name="GOH JUN RONG" userId="afa63682-19da-4481-a96b-156aac727af1" providerId="ADAL" clId="{2EAB93DA-64B9-4EE9-8AC1-26071F1FFF6D}" dt="2025-05-20T03:30:50.300" v="924" actId="20577"/>
        <pc:sldMkLst>
          <pc:docMk/>
          <pc:sldMk cId="909289275" sldId="278"/>
        </pc:sldMkLst>
        <pc:spChg chg="mod">
          <ac:chgData name="GOH JUN RONG" userId="afa63682-19da-4481-a96b-156aac727af1" providerId="ADAL" clId="{2EAB93DA-64B9-4EE9-8AC1-26071F1FFF6D}" dt="2025-05-20T03:30:50.300" v="924" actId="20577"/>
          <ac:spMkLst>
            <pc:docMk/>
            <pc:sldMk cId="909289275" sldId="278"/>
            <ac:spMk id="4" creationId="{23BE1018-7E0C-6886-A637-5C27DB51967D}"/>
          </ac:spMkLst>
        </pc:spChg>
      </pc:sldChg>
      <pc:sldChg chg="modSp mod ord modNotesTx">
        <pc:chgData name="GOH JUN RONG" userId="afa63682-19da-4481-a96b-156aac727af1" providerId="ADAL" clId="{2EAB93DA-64B9-4EE9-8AC1-26071F1FFF6D}" dt="2025-05-20T03:54:36.667" v="926"/>
        <pc:sldMkLst>
          <pc:docMk/>
          <pc:sldMk cId="3539726690" sldId="279"/>
        </pc:sldMkLst>
        <pc:spChg chg="mod">
          <ac:chgData name="GOH JUN RONG" userId="afa63682-19da-4481-a96b-156aac727af1" providerId="ADAL" clId="{2EAB93DA-64B9-4EE9-8AC1-26071F1FFF6D}" dt="2025-05-16T16:39:54.787" v="787" actId="5793"/>
          <ac:spMkLst>
            <pc:docMk/>
            <pc:sldMk cId="3539726690" sldId="279"/>
            <ac:spMk id="4" creationId="{C7F2E761-6644-5DA0-3F39-5CF150C5E6EE}"/>
          </ac:spMkLst>
        </pc:spChg>
      </pc:sldChg>
      <pc:sldChg chg="del">
        <pc:chgData name="GOH JUN RONG" userId="afa63682-19da-4481-a96b-156aac727af1" providerId="ADAL" clId="{2EAB93DA-64B9-4EE9-8AC1-26071F1FFF6D}" dt="2025-05-15T01:33:56.083" v="42" actId="47"/>
        <pc:sldMkLst>
          <pc:docMk/>
          <pc:sldMk cId="3698140651" sldId="280"/>
        </pc:sldMkLst>
      </pc:sldChg>
      <pc:sldChg chg="modSp del mod">
        <pc:chgData name="GOH JUN RONG" userId="afa63682-19da-4481-a96b-156aac727af1" providerId="ADAL" clId="{2EAB93DA-64B9-4EE9-8AC1-26071F1FFF6D}" dt="2025-05-16T16:15:49.114" v="150" actId="2696"/>
        <pc:sldMkLst>
          <pc:docMk/>
          <pc:sldMk cId="3340779503" sldId="282"/>
        </pc:sldMkLst>
      </pc:sldChg>
      <pc:sldChg chg="addSp delSp modSp new mod">
        <pc:chgData name="GOH JUN RONG" userId="afa63682-19da-4481-a96b-156aac727af1" providerId="ADAL" clId="{2EAB93DA-64B9-4EE9-8AC1-26071F1FFF6D}" dt="2025-05-16T16:27:29.427" v="456" actId="1076"/>
        <pc:sldMkLst>
          <pc:docMk/>
          <pc:sldMk cId="3163181241" sldId="289"/>
        </pc:sldMkLst>
        <pc:graphicFrameChg chg="add mod">
          <ac:chgData name="GOH JUN RONG" userId="afa63682-19da-4481-a96b-156aac727af1" providerId="ADAL" clId="{2EAB93DA-64B9-4EE9-8AC1-26071F1FFF6D}" dt="2025-05-16T16:27:29.427" v="456" actId="1076"/>
          <ac:graphicFrameMkLst>
            <pc:docMk/>
            <pc:sldMk cId="3163181241" sldId="289"/>
            <ac:graphicFrameMk id="6" creationId="{2DD12FE8-9903-26F6-D8FC-DCCC3FC86526}"/>
          </ac:graphicFrameMkLst>
        </pc:graphicFrameChg>
      </pc:sldChg>
      <pc:sldChg chg="addSp delSp modSp new mod modNotesTx">
        <pc:chgData name="GOH JUN RONG" userId="afa63682-19da-4481-a96b-156aac727af1" providerId="ADAL" clId="{2EAB93DA-64B9-4EE9-8AC1-26071F1FFF6D}" dt="2025-05-16T16:44:55.458" v="916" actId="5793"/>
        <pc:sldMkLst>
          <pc:docMk/>
          <pc:sldMk cId="1024867284" sldId="290"/>
        </pc:sldMkLst>
        <pc:graphicFrameChg chg="add mod">
          <ac:chgData name="GOH JUN RONG" userId="afa63682-19da-4481-a96b-156aac727af1" providerId="ADAL" clId="{2EAB93DA-64B9-4EE9-8AC1-26071F1FFF6D}" dt="2025-05-16T16:36:06.496" v="581" actId="1076"/>
          <ac:graphicFrameMkLst>
            <pc:docMk/>
            <pc:sldMk cId="1024867284" sldId="290"/>
            <ac:graphicFrameMk id="2" creationId="{12ADCA20-6F2F-3C64-9548-AFA75F14E988}"/>
          </ac:graphicFrameMkLst>
        </pc:graphicFrameChg>
      </pc:sldChg>
    </pc:docChg>
  </pc:docChgLst>
  <pc:docChgLst>
    <pc:chgData name="WINNY CHOW WUN YEE (ZHOU WAN'ER)" userId="S::wwyzwcho001@mymail.sim.edu.sg::2552ecca-3cff-438d-ad30-73c16f5f9b5d" providerId="AD" clId="Web-{5D143AA0-0318-2F25-3B8A-F39DA4A6ACBF}"/>
    <pc:docChg chg="modSld">
      <pc:chgData name="WINNY CHOW WUN YEE (ZHOU WAN'ER)" userId="S::wwyzwcho001@mymail.sim.edu.sg::2552ecca-3cff-438d-ad30-73c16f5f9b5d" providerId="AD" clId="Web-{5D143AA0-0318-2F25-3B8A-F39DA4A6ACBF}" dt="2025-05-15T08:51:32.085" v="2" actId="1076"/>
      <pc:docMkLst>
        <pc:docMk/>
      </pc:docMkLst>
      <pc:sldChg chg="modSp">
        <pc:chgData name="WINNY CHOW WUN YEE (ZHOU WAN'ER)" userId="S::wwyzwcho001@mymail.sim.edu.sg::2552ecca-3cff-438d-ad30-73c16f5f9b5d" providerId="AD" clId="Web-{5D143AA0-0318-2F25-3B8A-F39DA4A6ACBF}" dt="2025-05-15T08:51:32.085" v="2" actId="1076"/>
        <pc:sldMkLst>
          <pc:docMk/>
          <pc:sldMk cId="0" sldId="285"/>
        </pc:sldMkLst>
        <pc:spChg chg="mod">
          <ac:chgData name="WINNY CHOW WUN YEE (ZHOU WAN'ER)" userId="S::wwyzwcho001@mymail.sim.edu.sg::2552ecca-3cff-438d-ad30-73c16f5f9b5d" providerId="AD" clId="Web-{5D143AA0-0318-2F25-3B8A-F39DA4A6ACBF}" dt="2025-05-15T08:50:54.787" v="0" actId="1076"/>
          <ac:spMkLst>
            <pc:docMk/>
            <pc:sldMk cId="0" sldId="285"/>
            <ac:spMk id="8" creationId="{00000000-0000-0000-0000-000000000000}"/>
          </ac:spMkLst>
        </pc:spChg>
        <pc:spChg chg="mod">
          <ac:chgData name="WINNY CHOW WUN YEE (ZHOU WAN'ER)" userId="S::wwyzwcho001@mymail.sim.edu.sg::2552ecca-3cff-438d-ad30-73c16f5f9b5d" providerId="AD" clId="Web-{5D143AA0-0318-2F25-3B8A-F39DA4A6ACBF}" dt="2025-05-15T08:51:32.085" v="2" actId="1076"/>
          <ac:spMkLst>
            <pc:docMk/>
            <pc:sldMk cId="0" sldId="285"/>
            <ac:spMk id="9" creationId="{00000000-0000-0000-0000-000000000000}"/>
          </ac:spMkLst>
        </pc:spChg>
      </pc:sldChg>
    </pc:docChg>
  </pc:docChgLst>
  <pc:docChgLst>
    <pc:chgData name="WINNY CHOW WUN YEE (ZHOU WAN'ER)" userId="S::wwyzwcho001@mymail.sim.edu.sg::2552ecca-3cff-438d-ad30-73c16f5f9b5d" providerId="AD" clId="Web-{EC20809B-7961-318F-051D-870C7B804C9F}"/>
    <pc:docChg chg="modSld">
      <pc:chgData name="WINNY CHOW WUN YEE (ZHOU WAN'ER)" userId="S::wwyzwcho001@mymail.sim.edu.sg::2552ecca-3cff-438d-ad30-73c16f5f9b5d" providerId="AD" clId="Web-{EC20809B-7961-318F-051D-870C7B804C9F}" dt="2025-05-17T11:12:58.896" v="3" actId="20577"/>
      <pc:docMkLst>
        <pc:docMk/>
      </pc:docMkLst>
      <pc:sldChg chg="modSp">
        <pc:chgData name="WINNY CHOW WUN YEE (ZHOU WAN'ER)" userId="S::wwyzwcho001@mymail.sim.edu.sg::2552ecca-3cff-438d-ad30-73c16f5f9b5d" providerId="AD" clId="Web-{EC20809B-7961-318F-051D-870C7B804C9F}" dt="2025-05-17T11:12:58.896" v="3" actId="20577"/>
        <pc:sldMkLst>
          <pc:docMk/>
          <pc:sldMk cId="0" sldId="284"/>
        </pc:sldMkLst>
        <pc:spChg chg="mod">
          <ac:chgData name="WINNY CHOW WUN YEE (ZHOU WAN'ER)" userId="S::wwyzwcho001@mymail.sim.edu.sg::2552ecca-3cff-438d-ad30-73c16f5f9b5d" providerId="AD" clId="Web-{EC20809B-7961-318F-051D-870C7B804C9F}" dt="2025-05-17T11:12:58.896" v="3" actId="20577"/>
          <ac:spMkLst>
            <pc:docMk/>
            <pc:sldMk cId="0" sldId="284"/>
            <ac:spMk id="9" creationId="{00000000-0000-0000-0000-000000000000}"/>
          </ac:spMkLst>
        </pc:spChg>
      </pc:sldChg>
    </pc:docChg>
  </pc:docChgLst>
  <pc:docChgLst>
    <pc:chgData name="WINNY CHOW WUN YEE (ZHOU WAN'ER)" userId="S::wwyzwcho001@mymail.sim.edu.sg::2552ecca-3cff-438d-ad30-73c16f5f9b5d" providerId="AD" clId="Web-{E2D850E1-00E7-E21F-2CAB-9DD42BFF6288}"/>
    <pc:docChg chg="delSld modSld">
      <pc:chgData name="WINNY CHOW WUN YEE (ZHOU WAN'ER)" userId="S::wwyzwcho001@mymail.sim.edu.sg::2552ecca-3cff-438d-ad30-73c16f5f9b5d" providerId="AD" clId="Web-{E2D850E1-00E7-E21F-2CAB-9DD42BFF6288}" dt="2025-05-17T01:02:07.706" v="7"/>
      <pc:docMkLst>
        <pc:docMk/>
      </pc:docMkLst>
      <pc:sldChg chg="modSp">
        <pc:chgData name="WINNY CHOW WUN YEE (ZHOU WAN'ER)" userId="S::wwyzwcho001@mymail.sim.edu.sg::2552ecca-3cff-438d-ad30-73c16f5f9b5d" providerId="AD" clId="Web-{E2D850E1-00E7-E21F-2CAB-9DD42BFF6288}" dt="2025-05-17T01:01:51.346" v="6" actId="1076"/>
        <pc:sldMkLst>
          <pc:docMk/>
          <pc:sldMk cId="0" sldId="284"/>
        </pc:sldMkLst>
        <pc:spChg chg="mod">
          <ac:chgData name="WINNY CHOW WUN YEE (ZHOU WAN'ER)" userId="S::wwyzwcho001@mymail.sim.edu.sg::2552ecca-3cff-438d-ad30-73c16f5f9b5d" providerId="AD" clId="Web-{E2D850E1-00E7-E21F-2CAB-9DD42BFF6288}" dt="2025-05-17T01:01:51.346" v="6" actId="1076"/>
          <ac:spMkLst>
            <pc:docMk/>
            <pc:sldMk cId="0" sldId="284"/>
            <ac:spMk id="8" creationId="{00000000-0000-0000-0000-000000000000}"/>
          </ac:spMkLst>
        </pc:spChg>
        <pc:spChg chg="mod">
          <ac:chgData name="WINNY CHOW WUN YEE (ZHOU WAN'ER)" userId="S::wwyzwcho001@mymail.sim.edu.sg::2552ecca-3cff-438d-ad30-73c16f5f9b5d" providerId="AD" clId="Web-{E2D850E1-00E7-E21F-2CAB-9DD42BFF6288}" dt="2025-05-17T01:01:44.674" v="5" actId="20577"/>
          <ac:spMkLst>
            <pc:docMk/>
            <pc:sldMk cId="0" sldId="284"/>
            <ac:spMk id="9" creationId="{00000000-0000-0000-0000-000000000000}"/>
          </ac:spMkLst>
        </pc:spChg>
      </pc:sldChg>
      <pc:sldChg chg="modSp">
        <pc:chgData name="WINNY CHOW WUN YEE (ZHOU WAN'ER)" userId="S::wwyzwcho001@mymail.sim.edu.sg::2552ecca-3cff-438d-ad30-73c16f5f9b5d" providerId="AD" clId="Web-{E2D850E1-00E7-E21F-2CAB-9DD42BFF6288}" dt="2025-05-17T01:01:27.298" v="1" actId="20577"/>
        <pc:sldMkLst>
          <pc:docMk/>
          <pc:sldMk cId="0" sldId="285"/>
        </pc:sldMkLst>
        <pc:spChg chg="mod">
          <ac:chgData name="WINNY CHOW WUN YEE (ZHOU WAN'ER)" userId="S::wwyzwcho001@mymail.sim.edu.sg::2552ecca-3cff-438d-ad30-73c16f5f9b5d" providerId="AD" clId="Web-{E2D850E1-00E7-E21F-2CAB-9DD42BFF6288}" dt="2025-05-17T01:01:27.298" v="1" actId="20577"/>
          <ac:spMkLst>
            <pc:docMk/>
            <pc:sldMk cId="0" sldId="285"/>
            <ac:spMk id="9" creationId="{00000000-0000-0000-0000-000000000000}"/>
          </ac:spMkLst>
        </pc:spChg>
      </pc:sldChg>
      <pc:sldChg chg="del">
        <pc:chgData name="WINNY CHOW WUN YEE (ZHOU WAN'ER)" userId="S::wwyzwcho001@mymail.sim.edu.sg::2552ecca-3cff-438d-ad30-73c16f5f9b5d" providerId="AD" clId="Web-{E2D850E1-00E7-E21F-2CAB-9DD42BFF6288}" dt="2025-05-17T01:02:07.706" v="7"/>
        <pc:sldMkLst>
          <pc:docMk/>
          <pc:sldMk cId="1324287770" sldId="286"/>
        </pc:sldMkLst>
      </pc:sldChg>
    </pc:docChg>
  </pc:docChgLst>
  <pc:docChgLst>
    <pc:chgData name="JORDAN LIM JUN HONG" userId="S::jjhlim003@mymail.sim.edu.sg::2795b1db-494c-481d-9dc6-40380451a642" providerId="AD" clId="Web-{5485C47F-F699-4341-748A-FDFD6743133E}"/>
    <pc:docChg chg="addSld delSld modSld">
      <pc:chgData name="JORDAN LIM JUN HONG" userId="S::jjhlim003@mymail.sim.edu.sg::2795b1db-494c-481d-9dc6-40380451a642" providerId="AD" clId="Web-{5485C47F-F699-4341-748A-FDFD6743133E}" dt="2025-05-17T07:25:21.483" v="103" actId="20577"/>
      <pc:docMkLst>
        <pc:docMk/>
      </pc:docMkLst>
      <pc:sldChg chg="modSp">
        <pc:chgData name="JORDAN LIM JUN HONG" userId="S::jjhlim003@mymail.sim.edu.sg::2795b1db-494c-481d-9dc6-40380451a642" providerId="AD" clId="Web-{5485C47F-F699-4341-748A-FDFD6743133E}" dt="2025-05-17T04:15:53.462" v="26" actId="20577"/>
        <pc:sldMkLst>
          <pc:docMk/>
          <pc:sldMk cId="0" sldId="287"/>
        </pc:sldMkLst>
      </pc:sldChg>
      <pc:sldChg chg="addSp modSp">
        <pc:chgData name="JORDAN LIM JUN HONG" userId="S::jjhlim003@mymail.sim.edu.sg::2795b1db-494c-481d-9dc6-40380451a642" providerId="AD" clId="Web-{5485C47F-F699-4341-748A-FDFD6743133E}" dt="2025-05-17T07:25:21.483" v="103" actId="20577"/>
        <pc:sldMkLst>
          <pc:docMk/>
          <pc:sldMk cId="0" sldId="288"/>
        </pc:sldMkLst>
        <pc:spChg chg="add">
          <ac:chgData name="JORDAN LIM JUN HONG" userId="S::jjhlim003@mymail.sim.edu.sg::2795b1db-494c-481d-9dc6-40380451a642" providerId="AD" clId="Web-{5485C47F-F699-4341-748A-FDFD6743133E}" dt="2025-05-17T07:10:28.449" v="97"/>
          <ac:spMkLst>
            <pc:docMk/>
            <pc:sldMk cId="0" sldId="288"/>
            <ac:spMk id="8" creationId="{34890AA9-E83C-5743-AA24-E4B15379E1C3}"/>
          </ac:spMkLst>
        </pc:spChg>
        <pc:spChg chg="mod">
          <ac:chgData name="JORDAN LIM JUN HONG" userId="S::jjhlim003@mymail.sim.edu.sg::2795b1db-494c-481d-9dc6-40380451a642" providerId="AD" clId="Web-{5485C47F-F699-4341-748A-FDFD6743133E}" dt="2025-05-17T04:16:08.212" v="30" actId="20577"/>
          <ac:spMkLst>
            <pc:docMk/>
            <pc:sldMk cId="0" sldId="288"/>
            <ac:spMk id="9" creationId="{00000000-0000-0000-0000-000000000000}"/>
          </ac:spMkLst>
        </pc:spChg>
        <pc:spChg chg="add">
          <ac:chgData name="JORDAN LIM JUN HONG" userId="S::jjhlim003@mymail.sim.edu.sg::2795b1db-494c-481d-9dc6-40380451a642" providerId="AD" clId="Web-{5485C47F-F699-4341-748A-FDFD6743133E}" dt="2025-05-17T07:11:04.153" v="98"/>
          <ac:spMkLst>
            <pc:docMk/>
            <pc:sldMk cId="0" sldId="288"/>
            <ac:spMk id="10" creationId="{D8190F31-0B4A-3A72-9B42-91C2B2CCB76B}"/>
          </ac:spMkLst>
        </pc:spChg>
        <pc:spChg chg="add mod">
          <ac:chgData name="JORDAN LIM JUN HONG" userId="S::jjhlim003@mymail.sim.edu.sg::2795b1db-494c-481d-9dc6-40380451a642" providerId="AD" clId="Web-{5485C47F-F699-4341-748A-FDFD6743133E}" dt="2025-05-17T07:25:21.483" v="103" actId="20577"/>
          <ac:spMkLst>
            <pc:docMk/>
            <pc:sldMk cId="0" sldId="288"/>
            <ac:spMk id="12" creationId="{FD0F4146-0DE1-9B66-8C0A-D5DB3A3037A7}"/>
          </ac:spMkLst>
        </pc:spChg>
      </pc:sldChg>
      <pc:sldChg chg="new del">
        <pc:chgData name="JORDAN LIM JUN HONG" userId="S::jjhlim003@mymail.sim.edu.sg::2795b1db-494c-481d-9dc6-40380451a642" providerId="AD" clId="Web-{5485C47F-F699-4341-748A-FDFD6743133E}" dt="2025-05-17T04:19:24.654" v="35"/>
        <pc:sldMkLst>
          <pc:docMk/>
          <pc:sldMk cId="411623682" sldId="291"/>
        </pc:sldMkLst>
      </pc:sldChg>
      <pc:sldChg chg="new del">
        <pc:chgData name="JORDAN LIM JUN HONG" userId="S::jjhlim003@mymail.sim.edu.sg::2795b1db-494c-481d-9dc6-40380451a642" providerId="AD" clId="Web-{5485C47F-F699-4341-748A-FDFD6743133E}" dt="2025-05-17T04:19:34.982" v="37"/>
        <pc:sldMkLst>
          <pc:docMk/>
          <pc:sldMk cId="3295214770" sldId="292"/>
        </pc:sldMkLst>
      </pc:sldChg>
      <pc:sldChg chg="new del">
        <pc:chgData name="JORDAN LIM JUN HONG" userId="S::jjhlim003@mymail.sim.edu.sg::2795b1db-494c-481d-9dc6-40380451a642" providerId="AD" clId="Web-{5485C47F-F699-4341-748A-FDFD6743133E}" dt="2025-05-17T04:19:22.857" v="34"/>
        <pc:sldMkLst>
          <pc:docMk/>
          <pc:sldMk cId="639763378" sldId="293"/>
        </pc:sldMkLst>
      </pc:sldChg>
      <pc:sldChg chg="addSp delSp modSp add replId">
        <pc:chgData name="JORDAN LIM JUN HONG" userId="S::jjhlim003@mymail.sim.edu.sg::2795b1db-494c-481d-9dc6-40380451a642" providerId="AD" clId="Web-{5485C47F-F699-4341-748A-FDFD6743133E}" dt="2025-05-17T04:40:34.497" v="96" actId="20577"/>
        <pc:sldMkLst>
          <pc:docMk/>
          <pc:sldMk cId="2514570866" sldId="293"/>
        </pc:sldMkLst>
        <pc:spChg chg="mod">
          <ac:chgData name="JORDAN LIM JUN HONG" userId="S::jjhlim003@mymail.sim.edu.sg::2795b1db-494c-481d-9dc6-40380451a642" providerId="AD" clId="Web-{5485C47F-F699-4341-748A-FDFD6743133E}" dt="2025-05-17T04:30:42.893" v="65" actId="20577"/>
          <ac:spMkLst>
            <pc:docMk/>
            <pc:sldMk cId="2514570866" sldId="293"/>
            <ac:spMk id="9" creationId="{77D28B1A-541B-A587-234C-160778C386EB}"/>
          </ac:spMkLst>
        </pc:spChg>
        <pc:spChg chg="add mod">
          <ac:chgData name="JORDAN LIM JUN HONG" userId="S::jjhlim003@mymail.sim.edu.sg::2795b1db-494c-481d-9dc6-40380451a642" providerId="AD" clId="Web-{5485C47F-F699-4341-748A-FDFD6743133E}" dt="2025-05-17T04:40:34.497" v="96" actId="20577"/>
          <ac:spMkLst>
            <pc:docMk/>
            <pc:sldMk cId="2514570866" sldId="293"/>
            <ac:spMk id="10" creationId="{AE43BC98-569F-870E-1DD8-AD42F9777D9C}"/>
          </ac:spMkLst>
        </pc:spChg>
      </pc:sldChg>
      <pc:sldChg chg="addSp modSp add replId">
        <pc:chgData name="JORDAN LIM JUN HONG" userId="S::jjhlim003@mymail.sim.edu.sg::2795b1db-494c-481d-9dc6-40380451a642" providerId="AD" clId="Web-{5485C47F-F699-4341-748A-FDFD6743133E}" dt="2025-05-17T04:20:35.299" v="60" actId="20577"/>
        <pc:sldMkLst>
          <pc:docMk/>
          <pc:sldMk cId="1121923057" sldId="294"/>
        </pc:sldMkLst>
        <pc:spChg chg="add mod">
          <ac:chgData name="JORDAN LIM JUN HONG" userId="S::jjhlim003@mymail.sim.edu.sg::2795b1db-494c-481d-9dc6-40380451a642" providerId="AD" clId="Web-{5485C47F-F699-4341-748A-FDFD6743133E}" dt="2025-05-17T04:20:35.299" v="60" actId="20577"/>
          <ac:spMkLst>
            <pc:docMk/>
            <pc:sldMk cId="1121923057" sldId="294"/>
            <ac:spMk id="8" creationId="{5513CEC2-4F6A-6EE1-5157-1FF7A5C18163}"/>
          </ac:spMkLst>
        </pc:spChg>
        <pc:spChg chg="mod">
          <ac:chgData name="JORDAN LIM JUN HONG" userId="S::jjhlim003@mymail.sim.edu.sg::2795b1db-494c-481d-9dc6-40380451a642" providerId="AD" clId="Web-{5485C47F-F699-4341-748A-FDFD6743133E}" dt="2025-05-17T04:19:59.720" v="55" actId="20577"/>
          <ac:spMkLst>
            <pc:docMk/>
            <pc:sldMk cId="1121923057" sldId="294"/>
            <ac:spMk id="9" creationId="{7100A4BB-A0F5-E081-C46D-F8AF5630280B}"/>
          </ac:spMkLst>
        </pc:spChg>
      </pc:sldChg>
    </pc:docChg>
  </pc:docChgLst>
  <pc:docChgLst>
    <pc:chgData name="GOH JUN RONG" userId="afa63682-19da-4481-a96b-156aac727af1" providerId="ADAL" clId="{F508113D-DB39-8C42-9CEA-140005265E15}"/>
    <pc:docChg chg="undo custSel addSld delSld modSld sldOrd">
      <pc:chgData name="GOH JUN RONG" userId="afa63682-19da-4481-a96b-156aac727af1" providerId="ADAL" clId="{F508113D-DB39-8C42-9CEA-140005265E15}" dt="2025-05-20T08:50:04.947" v="3522" actId="20578"/>
      <pc:docMkLst>
        <pc:docMk/>
      </pc:docMkLst>
      <pc:sldChg chg="addSp delSp modSp add del mod modNotesTx">
        <pc:chgData name="GOH JUN RONG" userId="afa63682-19da-4481-a96b-156aac727af1" providerId="ADAL" clId="{F508113D-DB39-8C42-9CEA-140005265E15}" dt="2025-05-15T08:38:58.082" v="3462" actId="14100"/>
        <pc:sldMkLst>
          <pc:docMk/>
          <pc:sldMk cId="2754283153" sldId="256"/>
        </pc:sldMkLst>
      </pc:sldChg>
      <pc:sldChg chg="addSp delSp modSp add del mod">
        <pc:chgData name="GOH JUN RONG" userId="afa63682-19da-4481-a96b-156aac727af1" providerId="ADAL" clId="{F508113D-DB39-8C42-9CEA-140005265E15}" dt="2025-05-15T08:38:45.809" v="3448" actId="2696"/>
        <pc:sldMkLst>
          <pc:docMk/>
          <pc:sldMk cId="1926166942" sldId="257"/>
        </pc:sldMkLst>
      </pc:sldChg>
      <pc:sldChg chg="del">
        <pc:chgData name="GOH JUN RONG" userId="afa63682-19da-4481-a96b-156aac727af1" providerId="ADAL" clId="{F508113D-DB39-8C42-9CEA-140005265E15}" dt="2025-05-15T08:27:15.252" v="3430" actId="2696"/>
        <pc:sldMkLst>
          <pc:docMk/>
          <pc:sldMk cId="1691307193" sldId="259"/>
        </pc:sldMkLst>
      </pc:sldChg>
      <pc:sldChg chg="del">
        <pc:chgData name="GOH JUN RONG" userId="afa63682-19da-4481-a96b-156aac727af1" providerId="ADAL" clId="{F508113D-DB39-8C42-9CEA-140005265E15}" dt="2025-05-15T08:27:16.329" v="3431" actId="2696"/>
        <pc:sldMkLst>
          <pc:docMk/>
          <pc:sldMk cId="3386526203" sldId="260"/>
        </pc:sldMkLst>
      </pc:sldChg>
      <pc:sldChg chg="addSp delSp modSp new mod ord setBg modShow modNotesTx">
        <pc:chgData name="GOH JUN RONG" userId="afa63682-19da-4481-a96b-156aac727af1" providerId="ADAL" clId="{F508113D-DB39-8C42-9CEA-140005265E15}" dt="2025-05-20T07:55:15.352" v="3520" actId="729"/>
        <pc:sldMkLst>
          <pc:docMk/>
          <pc:sldMk cId="1074129313" sldId="261"/>
        </pc:sldMkLst>
        <pc:spChg chg="mod">
          <ac:chgData name="GOH JUN RONG" userId="afa63682-19da-4481-a96b-156aac727af1" providerId="ADAL" clId="{F508113D-DB39-8C42-9CEA-140005265E15}" dt="2025-05-14T12:09:33.463" v="1787" actId="255"/>
          <ac:spMkLst>
            <pc:docMk/>
            <pc:sldMk cId="1074129313" sldId="261"/>
            <ac:spMk id="2" creationId="{168EBE1B-7814-9030-6797-C01A83A263BF}"/>
          </ac:spMkLst>
        </pc:spChg>
        <pc:spChg chg="mod">
          <ac:chgData name="GOH JUN RONG" userId="afa63682-19da-4481-a96b-156aac727af1" providerId="ADAL" clId="{F508113D-DB39-8C42-9CEA-140005265E15}" dt="2025-05-14T11:39:47.427" v="1256" actId="20577"/>
          <ac:spMkLst>
            <pc:docMk/>
            <pc:sldMk cId="1074129313" sldId="261"/>
            <ac:spMk id="3" creationId="{7208CBFE-DB14-D991-83AC-D192ABEF40D4}"/>
          </ac:spMkLst>
        </pc:spChg>
        <pc:spChg chg="add">
          <ac:chgData name="GOH JUN RONG" userId="afa63682-19da-4481-a96b-156aac727af1" providerId="ADAL" clId="{F508113D-DB39-8C42-9CEA-140005265E15}" dt="2025-05-14T11:15:09.805" v="5" actId="26606"/>
          <ac:spMkLst>
            <pc:docMk/>
            <pc:sldMk cId="1074129313" sldId="261"/>
            <ac:spMk id="1033" creationId="{45D37F4E-DDB4-456B-97E0-9937730A039F}"/>
          </ac:spMkLst>
        </pc:spChg>
        <pc:spChg chg="add">
          <ac:chgData name="GOH JUN RONG" userId="afa63682-19da-4481-a96b-156aac727af1" providerId="ADAL" clId="{F508113D-DB39-8C42-9CEA-140005265E15}" dt="2025-05-14T11:15:09.805" v="5" actId="26606"/>
          <ac:spMkLst>
            <pc:docMk/>
            <pc:sldMk cId="1074129313" sldId="261"/>
            <ac:spMk id="1035" creationId="{B2DD41CD-8F47-4F56-AD12-4E2FF7696987}"/>
          </ac:spMkLst>
        </pc:spChg>
        <pc:picChg chg="add mod">
          <ac:chgData name="GOH JUN RONG" userId="afa63682-19da-4481-a96b-156aac727af1" providerId="ADAL" clId="{F508113D-DB39-8C42-9CEA-140005265E15}" dt="2025-05-14T11:15:09.805" v="5" actId="26606"/>
          <ac:picMkLst>
            <pc:docMk/>
            <pc:sldMk cId="1074129313" sldId="261"/>
            <ac:picMk id="1028" creationId="{DF74C65A-FF20-07BB-8D55-991526D22068}"/>
          </ac:picMkLst>
        </pc:picChg>
      </pc:sldChg>
      <pc:sldChg chg="delSp add del setBg delDesignElem">
        <pc:chgData name="GOH JUN RONG" userId="afa63682-19da-4481-a96b-156aac727af1" providerId="ADAL" clId="{F508113D-DB39-8C42-9CEA-140005265E15}" dt="2025-05-14T11:40:26.360" v="1270" actId="2696"/>
        <pc:sldMkLst>
          <pc:docMk/>
          <pc:sldMk cId="3076427227" sldId="262"/>
        </pc:sldMkLst>
      </pc:sldChg>
      <pc:sldChg chg="new del">
        <pc:chgData name="GOH JUN RONG" userId="afa63682-19da-4481-a96b-156aac727af1" providerId="ADAL" clId="{F508113D-DB39-8C42-9CEA-140005265E15}" dt="2025-05-14T12:10:17.138" v="1799" actId="2696"/>
        <pc:sldMkLst>
          <pc:docMk/>
          <pc:sldMk cId="3763080561" sldId="262"/>
        </pc:sldMkLst>
      </pc:sldChg>
      <pc:sldChg chg="addSp delSp modSp add del mod modNotesTx">
        <pc:chgData name="GOH JUN RONG" userId="afa63682-19da-4481-a96b-156aac727af1" providerId="ADAL" clId="{F508113D-DB39-8C42-9CEA-140005265E15}" dt="2025-05-14T12:00:10.027" v="1552" actId="2696"/>
        <pc:sldMkLst>
          <pc:docMk/>
          <pc:sldMk cId="2713078741" sldId="263"/>
        </pc:sldMkLst>
      </pc:sldChg>
      <pc:sldChg chg="modSp add del mod modShow">
        <pc:chgData name="GOH JUN RONG" userId="afa63682-19da-4481-a96b-156aac727af1" providerId="ADAL" clId="{F508113D-DB39-8C42-9CEA-140005265E15}" dt="2025-05-20T07:54:47.202" v="3519" actId="729"/>
        <pc:sldMkLst>
          <pc:docMk/>
          <pc:sldMk cId="1023860695" sldId="264"/>
        </pc:sldMkLst>
        <pc:spChg chg="mod">
          <ac:chgData name="GOH JUN RONG" userId="afa63682-19da-4481-a96b-156aac727af1" providerId="ADAL" clId="{F508113D-DB39-8C42-9CEA-140005265E15}" dt="2025-05-14T12:09:40.579" v="1788" actId="255"/>
          <ac:spMkLst>
            <pc:docMk/>
            <pc:sldMk cId="1023860695" sldId="264"/>
            <ac:spMk id="2" creationId="{7999047B-9188-47A8-1B81-5CD6529F55CB}"/>
          </ac:spMkLst>
        </pc:spChg>
        <pc:spChg chg="mod">
          <ac:chgData name="GOH JUN RONG" userId="afa63682-19da-4481-a96b-156aac727af1" providerId="ADAL" clId="{F508113D-DB39-8C42-9CEA-140005265E15}" dt="2025-05-14T12:08:42.255" v="1771" actId="20577"/>
          <ac:spMkLst>
            <pc:docMk/>
            <pc:sldMk cId="1023860695" sldId="264"/>
            <ac:spMk id="3" creationId="{95061C56-BC07-E9A7-8406-9F535E6E17E0}"/>
          </ac:spMkLst>
        </pc:spChg>
      </pc:sldChg>
      <pc:sldChg chg="addSp delSp modSp add del mod">
        <pc:chgData name="GOH JUN RONG" userId="afa63682-19da-4481-a96b-156aac727af1" providerId="ADAL" clId="{F508113D-DB39-8C42-9CEA-140005265E15}" dt="2025-05-14T12:01:42.528" v="1561" actId="2696"/>
        <pc:sldMkLst>
          <pc:docMk/>
          <pc:sldMk cId="229806911" sldId="265"/>
        </pc:sldMkLst>
      </pc:sldChg>
      <pc:sldChg chg="addSp delSp modSp new add del mod setBg modShow">
        <pc:chgData name="GOH JUN RONG" userId="afa63682-19da-4481-a96b-156aac727af1" providerId="ADAL" clId="{F508113D-DB39-8C42-9CEA-140005265E15}" dt="2025-05-20T07:54:47.202" v="3519" actId="729"/>
        <pc:sldMkLst>
          <pc:docMk/>
          <pc:sldMk cId="952440830" sldId="265"/>
        </pc:sldMkLst>
        <pc:spChg chg="mod">
          <ac:chgData name="GOH JUN RONG" userId="afa63682-19da-4481-a96b-156aac727af1" providerId="ADAL" clId="{F508113D-DB39-8C42-9CEA-140005265E15}" dt="2025-05-14T12:05:24.242" v="1626" actId="255"/>
          <ac:spMkLst>
            <pc:docMk/>
            <pc:sldMk cId="952440830" sldId="265"/>
            <ac:spMk id="2" creationId="{7C427C2C-99BF-8E37-3930-1AD540DC4CF1}"/>
          </ac:spMkLst>
        </pc:spChg>
        <pc:spChg chg="add">
          <ac:chgData name="GOH JUN RONG" userId="afa63682-19da-4481-a96b-156aac727af1" providerId="ADAL" clId="{F508113D-DB39-8C42-9CEA-140005265E15}" dt="2025-05-14T12:04:46.792" v="1617" actId="26606"/>
          <ac:spMkLst>
            <pc:docMk/>
            <pc:sldMk cId="952440830" sldId="265"/>
            <ac:spMk id="18" creationId="{32D45EE4-C4F0-4F72-B1C6-39F596D138A9}"/>
          </ac:spMkLst>
        </pc:spChg>
        <pc:spChg chg="add">
          <ac:chgData name="GOH JUN RONG" userId="afa63682-19da-4481-a96b-156aac727af1" providerId="ADAL" clId="{F508113D-DB39-8C42-9CEA-140005265E15}" dt="2025-05-14T12:04:46.792" v="1617" actId="26606"/>
          <ac:spMkLst>
            <pc:docMk/>
            <pc:sldMk cId="952440830" sldId="265"/>
            <ac:spMk id="20" creationId="{8C459BAD-4279-4A9D-B0C5-662C5F5ED21F}"/>
          </ac:spMkLst>
        </pc:spChg>
        <pc:spChg chg="add">
          <ac:chgData name="GOH JUN RONG" userId="afa63682-19da-4481-a96b-156aac727af1" providerId="ADAL" clId="{F508113D-DB39-8C42-9CEA-140005265E15}" dt="2025-05-14T12:04:46.792" v="1617" actId="26606"/>
          <ac:spMkLst>
            <pc:docMk/>
            <pc:sldMk cId="952440830" sldId="265"/>
            <ac:spMk id="22" creationId="{0953BC39-9D68-40BE-BF3C-5C4EB782AF94}"/>
          </ac:spMkLst>
        </pc:spChg>
      </pc:sldChg>
      <pc:sldChg chg="addSp delSp modSp add del mod modShow">
        <pc:chgData name="GOH JUN RONG" userId="afa63682-19da-4481-a96b-156aac727af1" providerId="ADAL" clId="{F508113D-DB39-8C42-9CEA-140005265E15}" dt="2025-05-20T07:54:33.487" v="3518" actId="729"/>
        <pc:sldMkLst>
          <pc:docMk/>
          <pc:sldMk cId="23343864" sldId="266"/>
        </pc:sldMkLst>
        <pc:spChg chg="mod">
          <ac:chgData name="GOH JUN RONG" userId="afa63682-19da-4481-a96b-156aac727af1" providerId="ADAL" clId="{F508113D-DB39-8C42-9CEA-140005265E15}" dt="2025-05-14T12:32:16.265" v="1940" actId="27636"/>
          <ac:spMkLst>
            <pc:docMk/>
            <pc:sldMk cId="23343864" sldId="266"/>
            <ac:spMk id="2" creationId="{9E4E09F3-B10D-58AC-22C0-CFC97F61DC81}"/>
          </ac:spMkLst>
        </pc:spChg>
        <pc:spChg chg="add mod">
          <ac:chgData name="GOH JUN RONG" userId="afa63682-19da-4481-a96b-156aac727af1" providerId="ADAL" clId="{F508113D-DB39-8C42-9CEA-140005265E15}" dt="2025-05-14T12:34:07.652" v="1988" actId="255"/>
          <ac:spMkLst>
            <pc:docMk/>
            <pc:sldMk cId="23343864" sldId="266"/>
            <ac:spMk id="7" creationId="{E50EC0B0-861C-203C-A238-6B8ABD4477C6}"/>
          </ac:spMkLst>
        </pc:spChg>
        <pc:picChg chg="add mod">
          <ac:chgData name="GOH JUN RONG" userId="afa63682-19da-4481-a96b-156aac727af1" providerId="ADAL" clId="{F508113D-DB39-8C42-9CEA-140005265E15}" dt="2025-05-14T12:33:30.433" v="1954" actId="14100"/>
          <ac:picMkLst>
            <pc:docMk/>
            <pc:sldMk cId="23343864" sldId="266"/>
            <ac:picMk id="8194" creationId="{498214EE-E48B-5B2F-4828-78AA416CA75F}"/>
          </ac:picMkLst>
        </pc:picChg>
        <pc:picChg chg="add mod">
          <ac:chgData name="GOH JUN RONG" userId="afa63682-19da-4481-a96b-156aac727af1" providerId="ADAL" clId="{F508113D-DB39-8C42-9CEA-140005265E15}" dt="2025-05-14T12:33:26.480" v="1953" actId="14100"/>
          <ac:picMkLst>
            <pc:docMk/>
            <pc:sldMk cId="23343864" sldId="266"/>
            <ac:picMk id="8196" creationId="{3F0F1A71-0EDB-797E-C68B-06E659A3871D}"/>
          </ac:picMkLst>
        </pc:picChg>
      </pc:sldChg>
      <pc:sldChg chg="new del">
        <pc:chgData name="GOH JUN RONG" userId="afa63682-19da-4481-a96b-156aac727af1" providerId="ADAL" clId="{F508113D-DB39-8C42-9CEA-140005265E15}" dt="2025-05-14T12:10:16.169" v="1797" actId="2696"/>
        <pc:sldMkLst>
          <pc:docMk/>
          <pc:sldMk cId="2079719812" sldId="267"/>
        </pc:sldMkLst>
      </pc:sldChg>
      <pc:sldChg chg="addSp modSp add del mod modShow">
        <pc:chgData name="GOH JUN RONG" userId="afa63682-19da-4481-a96b-156aac727af1" providerId="ADAL" clId="{F508113D-DB39-8C42-9CEA-140005265E15}" dt="2025-05-20T07:54:33.487" v="3518" actId="729"/>
        <pc:sldMkLst>
          <pc:docMk/>
          <pc:sldMk cId="3870811534" sldId="267"/>
        </pc:sldMkLst>
        <pc:spChg chg="mod">
          <ac:chgData name="GOH JUN RONG" userId="afa63682-19da-4481-a96b-156aac727af1" providerId="ADAL" clId="{F508113D-DB39-8C42-9CEA-140005265E15}" dt="2025-05-14T12:35:40.644" v="2015" actId="255"/>
          <ac:spMkLst>
            <pc:docMk/>
            <pc:sldMk cId="3870811534" sldId="267"/>
            <ac:spMk id="2" creationId="{41BCA084-3960-CBE9-658E-220467A7254E}"/>
          </ac:spMkLst>
        </pc:spChg>
        <pc:spChg chg="add mod">
          <ac:chgData name="GOH JUN RONG" userId="afa63682-19da-4481-a96b-156aac727af1" providerId="ADAL" clId="{F508113D-DB39-8C42-9CEA-140005265E15}" dt="2025-05-14T12:42:31.267" v="2275" actId="1076"/>
          <ac:spMkLst>
            <pc:docMk/>
            <pc:sldMk cId="3870811534" sldId="267"/>
            <ac:spMk id="3" creationId="{A6C9478B-7208-A2A5-903A-DD2161079CF8}"/>
          </ac:spMkLst>
        </pc:spChg>
        <pc:picChg chg="add mod">
          <ac:chgData name="GOH JUN RONG" userId="afa63682-19da-4481-a96b-156aac727af1" providerId="ADAL" clId="{F508113D-DB39-8C42-9CEA-140005265E15}" dt="2025-05-14T12:35:21.998" v="1995" actId="1076"/>
          <ac:picMkLst>
            <pc:docMk/>
            <pc:sldMk cId="3870811534" sldId="267"/>
            <ac:picMk id="9218" creationId="{FEFA43B9-AB2B-9AEE-4D84-B3A73BE10C41}"/>
          </ac:picMkLst>
        </pc:picChg>
      </pc:sldChg>
      <pc:sldChg chg="addSp modSp add del mod ord modShow">
        <pc:chgData name="GOH JUN RONG" userId="afa63682-19da-4481-a96b-156aac727af1" providerId="ADAL" clId="{F508113D-DB39-8C42-9CEA-140005265E15}" dt="2025-05-20T07:54:47.202" v="3519" actId="729"/>
        <pc:sldMkLst>
          <pc:docMk/>
          <pc:sldMk cId="1418687796" sldId="268"/>
        </pc:sldMkLst>
        <pc:spChg chg="mod">
          <ac:chgData name="GOH JUN RONG" userId="afa63682-19da-4481-a96b-156aac727af1" providerId="ADAL" clId="{F508113D-DB39-8C42-9CEA-140005265E15}" dt="2025-05-14T12:28:48.386" v="1836" actId="255"/>
          <ac:spMkLst>
            <pc:docMk/>
            <pc:sldMk cId="1418687796" sldId="268"/>
            <ac:spMk id="2" creationId="{9D66AE49-A669-505F-94A7-AB5FF6B28FEC}"/>
          </ac:spMkLst>
        </pc:spChg>
        <pc:spChg chg="add mod">
          <ac:chgData name="GOH JUN RONG" userId="afa63682-19da-4481-a96b-156aac727af1" providerId="ADAL" clId="{F508113D-DB39-8C42-9CEA-140005265E15}" dt="2025-05-14T12:31:12.896" v="1920" actId="20577"/>
          <ac:spMkLst>
            <pc:docMk/>
            <pc:sldMk cId="1418687796" sldId="268"/>
            <ac:spMk id="3" creationId="{1ABF1832-B88F-2019-194F-E2E279B31850}"/>
          </ac:spMkLst>
        </pc:spChg>
        <pc:picChg chg="add mod">
          <ac:chgData name="GOH JUN RONG" userId="afa63682-19da-4481-a96b-156aac727af1" providerId="ADAL" clId="{F508113D-DB39-8C42-9CEA-140005265E15}" dt="2025-05-14T12:22:21.660" v="1808" actId="1076"/>
          <ac:picMkLst>
            <pc:docMk/>
            <pc:sldMk cId="1418687796" sldId="268"/>
            <ac:picMk id="7170" creationId="{CBD0FF55-73FF-8179-9F13-A5C51E12EAE3}"/>
          </ac:picMkLst>
        </pc:picChg>
      </pc:sldChg>
      <pc:sldChg chg="new del">
        <pc:chgData name="GOH JUN RONG" userId="afa63682-19da-4481-a96b-156aac727af1" providerId="ADAL" clId="{F508113D-DB39-8C42-9CEA-140005265E15}" dt="2025-05-14T12:10:16.691" v="1798" actId="2696"/>
        <pc:sldMkLst>
          <pc:docMk/>
          <pc:sldMk cId="2860267806" sldId="268"/>
        </pc:sldMkLst>
      </pc:sldChg>
      <pc:sldChg chg="new del">
        <pc:chgData name="GOH JUN RONG" userId="afa63682-19da-4481-a96b-156aac727af1" providerId="ADAL" clId="{F508113D-DB39-8C42-9CEA-140005265E15}" dt="2025-05-14T12:48:11.268" v="2454" actId="2696"/>
        <pc:sldMkLst>
          <pc:docMk/>
          <pc:sldMk cId="1943995941" sldId="269"/>
        </pc:sldMkLst>
      </pc:sldChg>
      <pc:sldChg chg="addSp delSp modSp add del mod modShow">
        <pc:chgData name="GOH JUN RONG" userId="afa63682-19da-4481-a96b-156aac727af1" providerId="ADAL" clId="{F508113D-DB39-8C42-9CEA-140005265E15}" dt="2025-05-20T07:54:33.487" v="3518" actId="729"/>
        <pc:sldMkLst>
          <pc:docMk/>
          <pc:sldMk cId="2648114911" sldId="270"/>
        </pc:sldMkLst>
        <pc:spChg chg="mod">
          <ac:chgData name="GOH JUN RONG" userId="afa63682-19da-4481-a96b-156aac727af1" providerId="ADAL" clId="{F508113D-DB39-8C42-9CEA-140005265E15}" dt="2025-05-20T07:09:19.949" v="3516" actId="27636"/>
          <ac:spMkLst>
            <pc:docMk/>
            <pc:sldMk cId="2648114911" sldId="270"/>
            <ac:spMk id="2" creationId="{981D7DCC-7391-F0DF-851E-B5A1401C0608}"/>
          </ac:spMkLst>
        </pc:spChg>
        <pc:spChg chg="mod">
          <ac:chgData name="GOH JUN RONG" userId="afa63682-19da-4481-a96b-156aac727af1" providerId="ADAL" clId="{F508113D-DB39-8C42-9CEA-140005265E15}" dt="2025-05-14T12:42:40.811" v="2281" actId="20577"/>
          <ac:spMkLst>
            <pc:docMk/>
            <pc:sldMk cId="2648114911" sldId="270"/>
            <ac:spMk id="3" creationId="{33ED6340-3A14-9E2A-9DE4-C512FD134746}"/>
          </ac:spMkLst>
        </pc:spChg>
        <pc:picChg chg="add mod">
          <ac:chgData name="GOH JUN RONG" userId="afa63682-19da-4481-a96b-156aac727af1" providerId="ADAL" clId="{F508113D-DB39-8C42-9CEA-140005265E15}" dt="2025-05-14T12:41:34.152" v="2143" actId="14100"/>
          <ac:picMkLst>
            <pc:docMk/>
            <pc:sldMk cId="2648114911" sldId="270"/>
            <ac:picMk id="11270" creationId="{8B376658-7603-262C-A990-A039DE15F5F8}"/>
          </ac:picMkLst>
        </pc:picChg>
      </pc:sldChg>
      <pc:sldChg chg="addSp delSp modSp add del mod modShow">
        <pc:chgData name="GOH JUN RONG" userId="afa63682-19da-4481-a96b-156aac727af1" providerId="ADAL" clId="{F508113D-DB39-8C42-9CEA-140005265E15}" dt="2025-05-20T07:54:33.487" v="3518" actId="729"/>
        <pc:sldMkLst>
          <pc:docMk/>
          <pc:sldMk cId="3925430784" sldId="271"/>
        </pc:sldMkLst>
        <pc:spChg chg="mod">
          <ac:chgData name="GOH JUN RONG" userId="afa63682-19da-4481-a96b-156aac727af1" providerId="ADAL" clId="{F508113D-DB39-8C42-9CEA-140005265E15}" dt="2025-05-14T12:43:44.506" v="2326" actId="255"/>
          <ac:spMkLst>
            <pc:docMk/>
            <pc:sldMk cId="3925430784" sldId="271"/>
            <ac:spMk id="2" creationId="{10BD1B55-2D2C-D3FF-B3BA-F6DF5EB4FBFD}"/>
          </ac:spMkLst>
        </pc:spChg>
        <pc:picChg chg="add mod">
          <ac:chgData name="GOH JUN RONG" userId="afa63682-19da-4481-a96b-156aac727af1" providerId="ADAL" clId="{F508113D-DB39-8C42-9CEA-140005265E15}" dt="2025-05-14T12:43:28.401" v="2312" actId="1076"/>
          <ac:picMkLst>
            <pc:docMk/>
            <pc:sldMk cId="3925430784" sldId="271"/>
            <ac:picMk id="13314" creationId="{2709725C-2E42-98ED-A4DE-B15222C9B21E}"/>
          </ac:picMkLst>
        </pc:picChg>
      </pc:sldChg>
      <pc:sldChg chg="new del">
        <pc:chgData name="GOH JUN RONG" userId="afa63682-19da-4481-a96b-156aac727af1" providerId="ADAL" clId="{F508113D-DB39-8C42-9CEA-140005265E15}" dt="2025-05-14T12:44:02.136" v="2329" actId="2696"/>
        <pc:sldMkLst>
          <pc:docMk/>
          <pc:sldMk cId="260731791" sldId="272"/>
        </pc:sldMkLst>
      </pc:sldChg>
      <pc:sldChg chg="addSp delSp modSp add del mod modShow">
        <pc:chgData name="GOH JUN RONG" userId="afa63682-19da-4481-a96b-156aac727af1" providerId="ADAL" clId="{F508113D-DB39-8C42-9CEA-140005265E15}" dt="2025-05-20T07:54:27.407" v="3517" actId="729"/>
        <pc:sldMkLst>
          <pc:docMk/>
          <pc:sldMk cId="1766631885" sldId="273"/>
        </pc:sldMkLst>
        <pc:spChg chg="add mod">
          <ac:chgData name="GOH JUN RONG" userId="afa63682-19da-4481-a96b-156aac727af1" providerId="ADAL" clId="{F508113D-DB39-8C42-9CEA-140005265E15}" dt="2025-05-14T12:48:01.195" v="2453" actId="1076"/>
          <ac:spMkLst>
            <pc:docMk/>
            <pc:sldMk cId="1766631885" sldId="273"/>
            <ac:spMk id="3" creationId="{7925697C-A30E-317C-5DC3-36809A349CEC}"/>
          </ac:spMkLst>
        </pc:spChg>
        <pc:picChg chg="add mod">
          <ac:chgData name="GOH JUN RONG" userId="afa63682-19da-4481-a96b-156aac727af1" providerId="ADAL" clId="{F508113D-DB39-8C42-9CEA-140005265E15}" dt="2025-05-14T12:45:59.989" v="2334" actId="14100"/>
          <ac:picMkLst>
            <pc:docMk/>
            <pc:sldMk cId="1766631885" sldId="273"/>
            <ac:picMk id="15362" creationId="{F948C0D4-DBFC-CBC7-8280-CDF86A3501D5}"/>
          </ac:picMkLst>
        </pc:picChg>
      </pc:sldChg>
      <pc:sldChg chg="addSp delSp modSp add del mod setBg">
        <pc:chgData name="GOH JUN RONG" userId="afa63682-19da-4481-a96b-156aac727af1" providerId="ADAL" clId="{F508113D-DB39-8C42-9CEA-140005265E15}" dt="2025-05-14T12:49:10.878" v="2467" actId="2696"/>
        <pc:sldMkLst>
          <pc:docMk/>
          <pc:sldMk cId="2405867879" sldId="274"/>
        </pc:sldMkLst>
      </pc:sldChg>
      <pc:sldChg chg="delSp new del mod">
        <pc:chgData name="GOH JUN RONG" userId="afa63682-19da-4481-a96b-156aac727af1" providerId="ADAL" clId="{F508113D-DB39-8C42-9CEA-140005265E15}" dt="2025-05-14T13:01:16.149" v="2700" actId="2696"/>
        <pc:sldMkLst>
          <pc:docMk/>
          <pc:sldMk cId="3825460973" sldId="274"/>
        </pc:sldMkLst>
      </pc:sldChg>
      <pc:sldChg chg="delSp add del setBg delDesignElem">
        <pc:chgData name="GOH JUN RONG" userId="afa63682-19da-4481-a96b-156aac727af1" providerId="ADAL" clId="{F508113D-DB39-8C42-9CEA-140005265E15}" dt="2025-05-14T13:01:22.093" v="2703" actId="2696"/>
        <pc:sldMkLst>
          <pc:docMk/>
          <pc:sldMk cId="2404638880" sldId="275"/>
        </pc:sldMkLst>
      </pc:sldChg>
      <pc:sldChg chg="modSp add del mod ord">
        <pc:chgData name="GOH JUN RONG" userId="afa63682-19da-4481-a96b-156aac727af1" providerId="ADAL" clId="{F508113D-DB39-8C42-9CEA-140005265E15}" dt="2025-05-15T08:38:46.714" v="3451" actId="2696"/>
        <pc:sldMkLst>
          <pc:docMk/>
          <pc:sldMk cId="1988716264" sldId="276"/>
        </pc:sldMkLst>
        <pc:spChg chg="mod">
          <ac:chgData name="GOH JUN RONG" userId="afa63682-19da-4481-a96b-156aac727af1" providerId="ADAL" clId="{F508113D-DB39-8C42-9CEA-140005265E15}" dt="2025-05-14T12:55:29.761" v="2503" actId="20577"/>
          <ac:spMkLst>
            <pc:docMk/>
            <pc:sldMk cId="1988716264" sldId="276"/>
            <ac:spMk id="2" creationId="{975C79CC-2C44-5191-55CE-E772102B57A8}"/>
          </ac:spMkLst>
        </pc:spChg>
      </pc:sldChg>
      <pc:sldChg chg="addSp delSp modSp add del mod ord modNotesTx">
        <pc:chgData name="GOH JUN RONG" userId="afa63682-19da-4481-a96b-156aac727af1" providerId="ADAL" clId="{F508113D-DB39-8C42-9CEA-140005265E15}" dt="2025-05-15T08:38:46.243" v="3449" actId="2696"/>
        <pc:sldMkLst>
          <pc:docMk/>
          <pc:sldMk cId="1883919328" sldId="277"/>
        </pc:sldMkLst>
        <pc:spChg chg="mod">
          <ac:chgData name="GOH JUN RONG" userId="afa63682-19da-4481-a96b-156aac727af1" providerId="ADAL" clId="{F508113D-DB39-8C42-9CEA-140005265E15}" dt="2025-05-14T12:56:03.075" v="2541" actId="20577"/>
          <ac:spMkLst>
            <pc:docMk/>
            <pc:sldMk cId="1883919328" sldId="277"/>
            <ac:spMk id="2" creationId="{95606F0C-68D1-8225-25C9-FB2DE2082EA6}"/>
          </ac:spMkLst>
        </pc:spChg>
        <pc:spChg chg="add mod">
          <ac:chgData name="GOH JUN RONG" userId="afa63682-19da-4481-a96b-156aac727af1" providerId="ADAL" clId="{F508113D-DB39-8C42-9CEA-140005265E15}" dt="2025-05-14T13:00:23.208" v="2699" actId="207"/>
          <ac:spMkLst>
            <pc:docMk/>
            <pc:sldMk cId="1883919328" sldId="277"/>
            <ac:spMk id="4" creationId="{903FEBF3-529E-7814-511E-10C3B09A274A}"/>
          </ac:spMkLst>
        </pc:spChg>
      </pc:sldChg>
      <pc:sldChg chg="modSp add mod ord modNotesTx">
        <pc:chgData name="GOH JUN RONG" userId="afa63682-19da-4481-a96b-156aac727af1" providerId="ADAL" clId="{F508113D-DB39-8C42-9CEA-140005265E15}" dt="2025-05-14T13:03:55.140" v="2877" actId="2711"/>
        <pc:sldMkLst>
          <pc:docMk/>
          <pc:sldMk cId="909289275" sldId="278"/>
        </pc:sldMkLst>
        <pc:spChg chg="mod">
          <ac:chgData name="GOH JUN RONG" userId="afa63682-19da-4481-a96b-156aac727af1" providerId="ADAL" clId="{F508113D-DB39-8C42-9CEA-140005265E15}" dt="2025-05-14T13:01:27.203" v="2718" actId="20577"/>
          <ac:spMkLst>
            <pc:docMk/>
            <pc:sldMk cId="909289275" sldId="278"/>
            <ac:spMk id="2" creationId="{28E9E0B6-2E63-0C05-3142-0F5683BFBA3A}"/>
          </ac:spMkLst>
        </pc:spChg>
        <pc:spChg chg="mod">
          <ac:chgData name="GOH JUN RONG" userId="afa63682-19da-4481-a96b-156aac727af1" providerId="ADAL" clId="{F508113D-DB39-8C42-9CEA-140005265E15}" dt="2025-05-14T13:03:55.140" v="2877" actId="2711"/>
          <ac:spMkLst>
            <pc:docMk/>
            <pc:sldMk cId="909289275" sldId="278"/>
            <ac:spMk id="4" creationId="{23BE1018-7E0C-6886-A637-5C27DB51967D}"/>
          </ac:spMkLst>
        </pc:spChg>
      </pc:sldChg>
      <pc:sldChg chg="modSp add mod ord modNotesTx">
        <pc:chgData name="GOH JUN RONG" userId="afa63682-19da-4481-a96b-156aac727af1" providerId="ADAL" clId="{F508113D-DB39-8C42-9CEA-140005265E15}" dt="2025-05-20T07:09:17.059" v="3515" actId="20577"/>
        <pc:sldMkLst>
          <pc:docMk/>
          <pc:sldMk cId="3539726690" sldId="279"/>
        </pc:sldMkLst>
        <pc:spChg chg="mod">
          <ac:chgData name="GOH JUN RONG" userId="afa63682-19da-4481-a96b-156aac727af1" providerId="ADAL" clId="{F508113D-DB39-8C42-9CEA-140005265E15}" dt="2025-05-14T13:04:02.160" v="2884" actId="20577"/>
          <ac:spMkLst>
            <pc:docMk/>
            <pc:sldMk cId="3539726690" sldId="279"/>
            <ac:spMk id="2" creationId="{9D13C10C-1144-E05B-05AA-C7F3868D9082}"/>
          </ac:spMkLst>
        </pc:spChg>
        <pc:spChg chg="mod">
          <ac:chgData name="GOH JUN RONG" userId="afa63682-19da-4481-a96b-156aac727af1" providerId="ADAL" clId="{F508113D-DB39-8C42-9CEA-140005265E15}" dt="2025-05-20T07:09:17.059" v="3515" actId="20577"/>
          <ac:spMkLst>
            <pc:docMk/>
            <pc:sldMk cId="3539726690" sldId="279"/>
            <ac:spMk id="4" creationId="{C7F2E761-6644-5DA0-3F39-5CF150C5E6EE}"/>
          </ac:spMkLst>
        </pc:spChg>
      </pc:sldChg>
      <pc:sldChg chg="new">
        <pc:chgData name="GOH JUN RONG" userId="afa63682-19da-4481-a96b-156aac727af1" providerId="ADAL" clId="{F508113D-DB39-8C42-9CEA-140005265E15}" dt="2025-05-14T13:07:19.186" v="3149" actId="680"/>
        <pc:sldMkLst>
          <pc:docMk/>
          <pc:sldMk cId="3698140651" sldId="280"/>
        </pc:sldMkLst>
      </pc:sldChg>
      <pc:sldChg chg="modSp add mod ord modNotesTx">
        <pc:chgData name="GOH JUN RONG" userId="afa63682-19da-4481-a96b-156aac727af1" providerId="ADAL" clId="{F508113D-DB39-8C42-9CEA-140005265E15}" dt="2025-05-14T13:09:27.210" v="3224" actId="2710"/>
        <pc:sldMkLst>
          <pc:docMk/>
          <pc:sldMk cId="1841159963" sldId="281"/>
        </pc:sldMkLst>
        <pc:spChg chg="mod">
          <ac:chgData name="GOH JUN RONG" userId="afa63682-19da-4481-a96b-156aac727af1" providerId="ADAL" clId="{F508113D-DB39-8C42-9CEA-140005265E15}" dt="2025-05-14T13:07:38.228" v="3170" actId="20577"/>
          <ac:spMkLst>
            <pc:docMk/>
            <pc:sldMk cId="1841159963" sldId="281"/>
            <ac:spMk id="2" creationId="{17247E86-B00A-BF30-0D56-DFFD86ED92DD}"/>
          </ac:spMkLst>
        </pc:spChg>
        <pc:spChg chg="mod">
          <ac:chgData name="GOH JUN RONG" userId="afa63682-19da-4481-a96b-156aac727af1" providerId="ADAL" clId="{F508113D-DB39-8C42-9CEA-140005265E15}" dt="2025-05-14T13:09:27.210" v="3224" actId="2710"/>
          <ac:spMkLst>
            <pc:docMk/>
            <pc:sldMk cId="1841159963" sldId="281"/>
            <ac:spMk id="4" creationId="{99F1C19D-7E3B-8E4A-A28A-1DB536CB7687}"/>
          </ac:spMkLst>
        </pc:spChg>
      </pc:sldChg>
      <pc:sldChg chg="addSp delSp modSp add mod modNotesTx">
        <pc:chgData name="GOH JUN RONG" userId="afa63682-19da-4481-a96b-156aac727af1" providerId="ADAL" clId="{F508113D-DB39-8C42-9CEA-140005265E15}" dt="2025-05-15T08:16:44.179" v="3428" actId="27636"/>
        <pc:sldMkLst>
          <pc:docMk/>
          <pc:sldMk cId="3340779503" sldId="282"/>
        </pc:sldMkLst>
      </pc:sldChg>
      <pc:sldChg chg="addSp delSp add del setBg delDesignElem">
        <pc:chgData name="GOH JUN RONG" userId="afa63682-19da-4481-a96b-156aac727af1" providerId="ADAL" clId="{F508113D-DB39-8C42-9CEA-140005265E15}" dt="2025-05-15T08:38:50.315" v="3461"/>
        <pc:sldMkLst>
          <pc:docMk/>
          <pc:sldMk cId="1970770777" sldId="283"/>
        </pc:sldMkLst>
      </pc:sldChg>
      <pc:sldChg chg="del">
        <pc:chgData name="GOH JUN RONG" userId="afa63682-19da-4481-a96b-156aac727af1" providerId="ADAL" clId="{F508113D-DB39-8C42-9CEA-140005265E15}" dt="2025-05-20T08:47:19.761" v="3521" actId="2696"/>
        <pc:sldMkLst>
          <pc:docMk/>
          <pc:sldMk cId="1324287770" sldId="286"/>
        </pc:sldMkLst>
      </pc:sldChg>
      <pc:sldChg chg="ord">
        <pc:chgData name="GOH JUN RONG" userId="afa63682-19da-4481-a96b-156aac727af1" providerId="ADAL" clId="{F508113D-DB39-8C42-9CEA-140005265E15}" dt="2025-05-20T08:50:04.947" v="3522" actId="20578"/>
        <pc:sldMkLst>
          <pc:docMk/>
          <pc:sldMk cId="460387793" sldId="298"/>
        </pc:sldMkLst>
      </pc:sldChg>
    </pc:docChg>
  </pc:docChgLst>
  <pc:docChgLst>
    <pc:chgData name="JORDAN LIM JUN HONG" userId="S::jjhlim003@mymail.sim.edu.sg::2795b1db-494c-481d-9dc6-40380451a642" providerId="AD" clId="Web-{9220F52D-28CC-9260-050D-FE3540A432C4}"/>
    <pc:docChg chg="delSld">
      <pc:chgData name="JORDAN LIM JUN HONG" userId="S::jjhlim003@mymail.sim.edu.sg::2795b1db-494c-481d-9dc6-40380451a642" providerId="AD" clId="Web-{9220F52D-28CC-9260-050D-FE3540A432C4}" dt="2025-05-17T09:39:35.880" v="0"/>
      <pc:docMkLst>
        <pc:docMk/>
      </pc:docMkLst>
      <pc:sldChg chg="del">
        <pc:chgData name="JORDAN LIM JUN HONG" userId="S::jjhlim003@mymail.sim.edu.sg::2795b1db-494c-481d-9dc6-40380451a642" providerId="AD" clId="Web-{9220F52D-28CC-9260-050D-FE3540A432C4}" dt="2025-05-17T09:39:35.880" v="0"/>
        <pc:sldMkLst>
          <pc:docMk/>
          <pc:sldMk cId="3388223260" sldId="29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146D65-1916-417B-9FE1-EA01C2CC5AF1}" type="datetimeFigureOut">
              <a:rPr lang="en-SG" smtClean="0"/>
              <a:t>20/5/25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46DC6A-6BD7-4DE4-BDD3-ADF39E5139C1}" type="slidenum">
              <a:rPr lang="en-SG" smtClean="0"/>
              <a:t>‹#›</a:t>
            </a:fld>
            <a:endParaRPr lang="en-SG"/>
          </a:p>
        </p:txBody>
      </p:sp>
    </p:spTree>
    <p:extLst>
      <p:ext uri="{BB962C8B-B14F-4D97-AF65-F5344CB8AC3E}">
        <p14:creationId xmlns:p14="http://schemas.microsoft.com/office/powerpoint/2010/main" val="2328871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E46DC6A-6BD7-4DE4-BDD3-ADF39E5139C1}" type="slidenum">
              <a:rPr lang="en-SG" smtClean="0"/>
              <a:t>1</a:t>
            </a:fld>
            <a:endParaRPr lang="en-SG"/>
          </a:p>
        </p:txBody>
      </p:sp>
    </p:spTree>
    <p:extLst>
      <p:ext uri="{BB962C8B-B14F-4D97-AF65-F5344CB8AC3E}">
        <p14:creationId xmlns:p14="http://schemas.microsoft.com/office/powerpoint/2010/main" val="24230876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Font typeface="+mj-lt"/>
              <a:buAutoNum type="arabicPeriod"/>
            </a:pPr>
            <a:r>
              <a:rPr lang="en-US" sz="1200"/>
              <a:t>User–Friendly Interface</a:t>
            </a:r>
            <a:br>
              <a:rPr lang="en-US" sz="1200"/>
            </a:br>
            <a:r>
              <a:rPr lang="en-US" sz="1200"/>
              <a:t>- drag and drop interface </a:t>
            </a:r>
            <a:br>
              <a:rPr lang="en-US" sz="1200"/>
            </a:br>
            <a:r>
              <a:rPr lang="en-US" sz="1200"/>
              <a:t>- shallow learning curve as compared to others such as RStudio</a:t>
            </a:r>
            <a:br>
              <a:rPr lang="en-US" sz="1200"/>
            </a:br>
            <a:r>
              <a:rPr lang="en-US" sz="1200"/>
              <a:t>- Excel like experience </a:t>
            </a:r>
            <a:br>
              <a:rPr lang="en-US" sz="1200"/>
            </a:br>
            <a:endParaRPr lang="en-US" sz="1200"/>
          </a:p>
          <a:p>
            <a:pPr marL="457200" indent="-457200">
              <a:buFont typeface="+mj-lt"/>
              <a:buAutoNum type="arabicPeriod"/>
            </a:pPr>
            <a:r>
              <a:rPr lang="en-US" sz="1200"/>
              <a:t>Data visualization capabilities</a:t>
            </a:r>
            <a:br>
              <a:rPr lang="en-US" sz="1200"/>
            </a:br>
            <a:r>
              <a:rPr lang="en-US" sz="1200"/>
              <a:t>- Built in visuals like bar charts, line graphs, scatter plot diagrams, pie charts </a:t>
            </a:r>
            <a:r>
              <a:rPr lang="en-US" sz="1200" err="1"/>
              <a:t>etc</a:t>
            </a:r>
            <a:br>
              <a:rPr lang="en-US" sz="1200"/>
            </a:br>
            <a:endParaRPr lang="en-US" sz="1200"/>
          </a:p>
          <a:p>
            <a:pPr marL="457200" indent="-457200">
              <a:buFont typeface="+mj-lt"/>
              <a:buAutoNum type="arabicPeriod"/>
            </a:pPr>
            <a:r>
              <a:rPr lang="en-US" sz="1200"/>
              <a:t>Supports a wide range of databases</a:t>
            </a:r>
            <a:br>
              <a:rPr lang="en-US" sz="1200"/>
            </a:br>
            <a:r>
              <a:rPr lang="en-US" sz="1200"/>
              <a:t>- Able to connect to data sources such as csv, Excel workbook at the click of a button</a:t>
            </a:r>
            <a:br>
              <a:rPr lang="en-US" sz="1200"/>
            </a:br>
            <a:endParaRPr lang="en-US" sz="1200"/>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1200"/>
              <a:t>Sharing and collaboration </a:t>
            </a:r>
            <a:br>
              <a:rPr lang="en-US" sz="1200"/>
            </a:br>
            <a:r>
              <a:rPr lang="en-US" sz="1200"/>
              <a:t>- Dashboards and reports can be created to share and collaborate with people</a:t>
            </a:r>
            <a:br>
              <a:rPr lang="en-US" sz="1200"/>
            </a:br>
            <a:br>
              <a:rPr lang="en-US" sz="1200"/>
            </a:br>
            <a:endParaRPr lang="en-US" sz="1200"/>
          </a:p>
          <a:p>
            <a:pPr marL="457200" indent="-457200">
              <a:buFont typeface="+mj-lt"/>
              <a:buAutoNum type="arabicPeriod"/>
            </a:pPr>
            <a:r>
              <a:rPr lang="en-US" sz="1200"/>
              <a:t>Contains built-in data transformation tool </a:t>
            </a:r>
            <a:br>
              <a:rPr lang="en-US" sz="1200"/>
            </a:br>
            <a:r>
              <a:rPr lang="en-US" sz="1200"/>
              <a:t>(Power Query)</a:t>
            </a:r>
            <a:br>
              <a:rPr lang="en-US" sz="1200"/>
            </a:br>
            <a:r>
              <a:rPr lang="en-US" sz="1200"/>
              <a:t>- Extremely convenient and powerful when it comes to data preparation and cleaning which takes up a lot of time</a:t>
            </a:r>
            <a:br>
              <a:rPr lang="en-US" sz="1200"/>
            </a:br>
            <a:r>
              <a:rPr lang="en-US" sz="1200"/>
              <a:t>- examples: changing data types, unpivoting/pivoting columns, combining data from multiple sources </a:t>
            </a:r>
            <a:r>
              <a:rPr lang="en-US" sz="1200" err="1"/>
              <a:t>etc</a:t>
            </a:r>
            <a:endParaRPr lang="en-US" sz="1200"/>
          </a:p>
          <a:p>
            <a:pPr marL="457200" indent="-457200">
              <a:buFont typeface="+mj-lt"/>
              <a:buAutoNum type="arabicPeriod"/>
            </a:pPr>
            <a:endParaRPr lang="en-US" sz="1200"/>
          </a:p>
          <a:p>
            <a:endParaRPr lang="en-US"/>
          </a:p>
        </p:txBody>
      </p:sp>
      <p:sp>
        <p:nvSpPr>
          <p:cNvPr id="4" name="Slide Number Placeholder 3"/>
          <p:cNvSpPr>
            <a:spLocks noGrp="1"/>
          </p:cNvSpPr>
          <p:nvPr>
            <p:ph type="sldNum" sz="quarter" idx="5"/>
          </p:nvPr>
        </p:nvSpPr>
        <p:spPr/>
        <p:txBody>
          <a:bodyPr/>
          <a:lstStyle/>
          <a:p>
            <a:fld id="{3E46DC6A-6BD7-4DE4-BDD3-ADF39E5139C1}" type="slidenum">
              <a:rPr lang="en-SG" smtClean="0"/>
              <a:t>5</a:t>
            </a:fld>
            <a:endParaRPr lang="en-SG"/>
          </a:p>
        </p:txBody>
      </p:sp>
    </p:spTree>
    <p:extLst>
      <p:ext uri="{BB962C8B-B14F-4D97-AF65-F5344CB8AC3E}">
        <p14:creationId xmlns:p14="http://schemas.microsoft.com/office/powerpoint/2010/main" val="9283625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3DE9C-569B-B71A-0B30-438FBC3881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D89C0D-0E87-97F3-ADBD-18E4797D9F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8F6A8D-1AC7-9F21-701A-BA81D39D6E6B}"/>
              </a:ext>
            </a:extLst>
          </p:cNvPr>
          <p:cNvSpPr>
            <a:spLocks noGrp="1"/>
          </p:cNvSpPr>
          <p:nvPr>
            <p:ph type="body" idx="1"/>
          </p:nvPr>
        </p:nvSpPr>
        <p:spPr/>
        <p:txBody>
          <a:bodyPr/>
          <a:lstStyle/>
          <a:p>
            <a:pPr marL="457200" indent="-457200">
              <a:buFont typeface="+mj-lt"/>
              <a:buAutoNum type="arabicPeriod"/>
            </a:pPr>
            <a:endParaRPr lang="en-US" sz="1200" dirty="0"/>
          </a:p>
          <a:p>
            <a:endParaRPr lang="en-US" dirty="0"/>
          </a:p>
        </p:txBody>
      </p:sp>
      <p:sp>
        <p:nvSpPr>
          <p:cNvPr id="4" name="Slide Number Placeholder 3">
            <a:extLst>
              <a:ext uri="{FF2B5EF4-FFF2-40B4-BE49-F238E27FC236}">
                <a16:creationId xmlns:a16="http://schemas.microsoft.com/office/drawing/2014/main" id="{182BCC45-D367-41B6-3953-11751516F54F}"/>
              </a:ext>
            </a:extLst>
          </p:cNvPr>
          <p:cNvSpPr>
            <a:spLocks noGrp="1"/>
          </p:cNvSpPr>
          <p:nvPr>
            <p:ph type="sldNum" sz="quarter" idx="5"/>
          </p:nvPr>
        </p:nvSpPr>
        <p:spPr/>
        <p:txBody>
          <a:bodyPr/>
          <a:lstStyle/>
          <a:p>
            <a:fld id="{3E46DC6A-6BD7-4DE4-BDD3-ADF39E5139C1}" type="slidenum">
              <a:rPr lang="en-SG" smtClean="0"/>
              <a:t>7</a:t>
            </a:fld>
            <a:endParaRPr lang="en-SG"/>
          </a:p>
        </p:txBody>
      </p:sp>
    </p:spTree>
    <p:extLst>
      <p:ext uri="{BB962C8B-B14F-4D97-AF65-F5344CB8AC3E}">
        <p14:creationId xmlns:p14="http://schemas.microsoft.com/office/powerpoint/2010/main" val="1176183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E0A5F-3DDB-F63F-0E38-081CE3BEA9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261875-5C91-43AD-E781-132881A68F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5C2FA3-83E8-8505-FA1A-E35C7C78995A}"/>
              </a:ext>
            </a:extLst>
          </p:cNvPr>
          <p:cNvSpPr>
            <a:spLocks noGrp="1"/>
          </p:cNvSpPr>
          <p:nvPr>
            <p:ph type="body" idx="1"/>
          </p:nvPr>
        </p:nvSpPr>
        <p:spPr/>
        <p:txBody>
          <a:bodyPr/>
          <a:lstStyle/>
          <a:p>
            <a:pPr marL="457200" indent="-457200">
              <a:buFont typeface="+mj-lt"/>
              <a:buAutoNum type="arabicPeriod"/>
            </a:pPr>
            <a:endParaRPr lang="en-US" sz="1200"/>
          </a:p>
          <a:p>
            <a:endParaRPr lang="en-US"/>
          </a:p>
        </p:txBody>
      </p:sp>
      <p:sp>
        <p:nvSpPr>
          <p:cNvPr id="4" name="Slide Number Placeholder 3">
            <a:extLst>
              <a:ext uri="{FF2B5EF4-FFF2-40B4-BE49-F238E27FC236}">
                <a16:creationId xmlns:a16="http://schemas.microsoft.com/office/drawing/2014/main" id="{2CE99BAE-693E-4214-A15D-B71D1D721A9F}"/>
              </a:ext>
            </a:extLst>
          </p:cNvPr>
          <p:cNvSpPr>
            <a:spLocks noGrp="1"/>
          </p:cNvSpPr>
          <p:nvPr>
            <p:ph type="sldNum" sz="quarter" idx="5"/>
          </p:nvPr>
        </p:nvSpPr>
        <p:spPr/>
        <p:txBody>
          <a:bodyPr/>
          <a:lstStyle/>
          <a:p>
            <a:fld id="{3E46DC6A-6BD7-4DE4-BDD3-ADF39E5139C1}" type="slidenum">
              <a:rPr lang="en-SG" smtClean="0"/>
              <a:t>8</a:t>
            </a:fld>
            <a:endParaRPr lang="en-SG"/>
          </a:p>
        </p:txBody>
      </p:sp>
    </p:spTree>
    <p:extLst>
      <p:ext uri="{BB962C8B-B14F-4D97-AF65-F5344CB8AC3E}">
        <p14:creationId xmlns:p14="http://schemas.microsoft.com/office/powerpoint/2010/main" val="29926231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61F95-074E-7FD4-B45A-B8B436B89E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F7B540-4F17-D255-555A-1975DEA387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E1BE04-B430-747D-B91B-8F6CFC418FFA}"/>
              </a:ext>
            </a:extLst>
          </p:cNvPr>
          <p:cNvSpPr>
            <a:spLocks noGrp="1"/>
          </p:cNvSpPr>
          <p:nvPr>
            <p:ph type="body" idx="1"/>
          </p:nvPr>
        </p:nvSpPr>
        <p:spPr/>
        <p:txBody>
          <a:bodyPr/>
          <a:lstStyle/>
          <a:p>
            <a:pPr marL="457200" indent="-457200">
              <a:buFont typeface="+mj-lt"/>
              <a:buAutoNum type="arabicPeriod"/>
            </a:pPr>
            <a:endParaRPr lang="en-US" sz="1200"/>
          </a:p>
          <a:p>
            <a:endParaRPr lang="en-US"/>
          </a:p>
        </p:txBody>
      </p:sp>
      <p:sp>
        <p:nvSpPr>
          <p:cNvPr id="4" name="Slide Number Placeholder 3">
            <a:extLst>
              <a:ext uri="{FF2B5EF4-FFF2-40B4-BE49-F238E27FC236}">
                <a16:creationId xmlns:a16="http://schemas.microsoft.com/office/drawing/2014/main" id="{98E8A912-E188-1C67-3FB9-15819F02CA66}"/>
              </a:ext>
            </a:extLst>
          </p:cNvPr>
          <p:cNvSpPr>
            <a:spLocks noGrp="1"/>
          </p:cNvSpPr>
          <p:nvPr>
            <p:ph type="sldNum" sz="quarter" idx="5"/>
          </p:nvPr>
        </p:nvSpPr>
        <p:spPr/>
        <p:txBody>
          <a:bodyPr/>
          <a:lstStyle/>
          <a:p>
            <a:fld id="{3E46DC6A-6BD7-4DE4-BDD3-ADF39E5139C1}" type="slidenum">
              <a:rPr lang="en-SG" smtClean="0"/>
              <a:t>9</a:t>
            </a:fld>
            <a:endParaRPr lang="en-SG"/>
          </a:p>
        </p:txBody>
      </p:sp>
    </p:spTree>
    <p:extLst>
      <p:ext uri="{BB962C8B-B14F-4D97-AF65-F5344CB8AC3E}">
        <p14:creationId xmlns:p14="http://schemas.microsoft.com/office/powerpoint/2010/main" val="8766171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956E7-DFB3-717C-0669-25BFDEDD9C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68C4F1-E802-7361-6ED9-20B5F0EFBA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020B7C-C70F-84D6-92A1-BAEC3D4E8C9A}"/>
              </a:ext>
            </a:extLst>
          </p:cNvPr>
          <p:cNvSpPr>
            <a:spLocks noGrp="1"/>
          </p:cNvSpPr>
          <p:nvPr>
            <p:ph type="body" idx="1"/>
          </p:nvPr>
        </p:nvSpPr>
        <p:spPr/>
        <p:txBody>
          <a:bodyPr/>
          <a:lstStyle/>
          <a:p>
            <a:pPr marL="457200" indent="-457200">
              <a:buFont typeface="+mj-lt"/>
              <a:buAutoNum type="arabicPeriod"/>
            </a:pPr>
            <a:endParaRPr lang="en-US" sz="1200"/>
          </a:p>
          <a:p>
            <a:endParaRPr lang="en-US"/>
          </a:p>
        </p:txBody>
      </p:sp>
      <p:sp>
        <p:nvSpPr>
          <p:cNvPr id="4" name="Slide Number Placeholder 3">
            <a:extLst>
              <a:ext uri="{FF2B5EF4-FFF2-40B4-BE49-F238E27FC236}">
                <a16:creationId xmlns:a16="http://schemas.microsoft.com/office/drawing/2014/main" id="{103D9FA6-FEFF-81C2-7EA4-6800ACED34C3}"/>
              </a:ext>
            </a:extLst>
          </p:cNvPr>
          <p:cNvSpPr>
            <a:spLocks noGrp="1"/>
          </p:cNvSpPr>
          <p:nvPr>
            <p:ph type="sldNum" sz="quarter" idx="5"/>
          </p:nvPr>
        </p:nvSpPr>
        <p:spPr/>
        <p:txBody>
          <a:bodyPr/>
          <a:lstStyle/>
          <a:p>
            <a:fld id="{3E46DC6A-6BD7-4DE4-BDD3-ADF39E5139C1}" type="slidenum">
              <a:rPr lang="en-SG" smtClean="0"/>
              <a:t>10</a:t>
            </a:fld>
            <a:endParaRPr lang="en-SG"/>
          </a:p>
        </p:txBody>
      </p:sp>
    </p:spTree>
    <p:extLst>
      <p:ext uri="{BB962C8B-B14F-4D97-AF65-F5344CB8AC3E}">
        <p14:creationId xmlns:p14="http://schemas.microsoft.com/office/powerpoint/2010/main" val="35358052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D99AD-6B12-BA81-98BD-2A0A226875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F4B859-7839-D6EB-B585-C5986815FC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F1F8B9-6199-298B-841E-2D8BC3FF5290}"/>
              </a:ext>
            </a:extLst>
          </p:cNvPr>
          <p:cNvSpPr>
            <a:spLocks noGrp="1"/>
          </p:cNvSpPr>
          <p:nvPr>
            <p:ph type="body" idx="1"/>
          </p:nvPr>
        </p:nvSpPr>
        <p:spPr/>
        <p:txBody>
          <a:bodyPr/>
          <a:lstStyle/>
          <a:p>
            <a:pPr marL="457200" indent="-457200">
              <a:buFont typeface="+mj-lt"/>
              <a:buAutoNum type="arabicPeriod"/>
            </a:pPr>
            <a:endParaRPr lang="en-US" sz="1200"/>
          </a:p>
          <a:p>
            <a:endParaRPr lang="en-US"/>
          </a:p>
        </p:txBody>
      </p:sp>
      <p:sp>
        <p:nvSpPr>
          <p:cNvPr id="4" name="Slide Number Placeholder 3">
            <a:extLst>
              <a:ext uri="{FF2B5EF4-FFF2-40B4-BE49-F238E27FC236}">
                <a16:creationId xmlns:a16="http://schemas.microsoft.com/office/drawing/2014/main" id="{3AA07374-E9B2-DEBD-13EA-160C99F4FF51}"/>
              </a:ext>
            </a:extLst>
          </p:cNvPr>
          <p:cNvSpPr>
            <a:spLocks noGrp="1"/>
          </p:cNvSpPr>
          <p:nvPr>
            <p:ph type="sldNum" sz="quarter" idx="5"/>
          </p:nvPr>
        </p:nvSpPr>
        <p:spPr/>
        <p:txBody>
          <a:bodyPr/>
          <a:lstStyle/>
          <a:p>
            <a:fld id="{3E46DC6A-6BD7-4DE4-BDD3-ADF39E5139C1}" type="slidenum">
              <a:rPr lang="en-SG" smtClean="0"/>
              <a:t>11</a:t>
            </a:fld>
            <a:endParaRPr lang="en-SG"/>
          </a:p>
        </p:txBody>
      </p:sp>
    </p:spTree>
    <p:extLst>
      <p:ext uri="{BB962C8B-B14F-4D97-AF65-F5344CB8AC3E}">
        <p14:creationId xmlns:p14="http://schemas.microsoft.com/office/powerpoint/2010/main" val="784696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5ED59-39ED-2586-8C1D-A883B762FC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83EF8-4A43-301C-A4C8-5F57F587F8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211063-E88C-D621-3F81-25F0CFE0FA48}"/>
              </a:ext>
            </a:extLst>
          </p:cNvPr>
          <p:cNvSpPr>
            <a:spLocks noGrp="1"/>
          </p:cNvSpPr>
          <p:nvPr>
            <p:ph type="body" idx="1"/>
          </p:nvPr>
        </p:nvSpPr>
        <p:spPr/>
        <p:txBody>
          <a:bodyPr/>
          <a:lstStyle/>
          <a:p>
            <a:pPr marL="457200" indent="-457200">
              <a:buFont typeface="+mj-lt"/>
              <a:buAutoNum type="arabicPeriod"/>
            </a:pPr>
            <a:endParaRPr lang="en-US" sz="1200"/>
          </a:p>
          <a:p>
            <a:endParaRPr lang="en-US"/>
          </a:p>
        </p:txBody>
      </p:sp>
      <p:sp>
        <p:nvSpPr>
          <p:cNvPr id="4" name="Slide Number Placeholder 3">
            <a:extLst>
              <a:ext uri="{FF2B5EF4-FFF2-40B4-BE49-F238E27FC236}">
                <a16:creationId xmlns:a16="http://schemas.microsoft.com/office/drawing/2014/main" id="{9B29EDE6-062A-4D41-9997-9CAA0E4576BB}"/>
              </a:ext>
            </a:extLst>
          </p:cNvPr>
          <p:cNvSpPr>
            <a:spLocks noGrp="1"/>
          </p:cNvSpPr>
          <p:nvPr>
            <p:ph type="sldNum" sz="quarter" idx="5"/>
          </p:nvPr>
        </p:nvSpPr>
        <p:spPr/>
        <p:txBody>
          <a:bodyPr/>
          <a:lstStyle/>
          <a:p>
            <a:fld id="{3E46DC6A-6BD7-4DE4-BDD3-ADF39E5139C1}" type="slidenum">
              <a:rPr lang="en-SG" smtClean="0"/>
              <a:t>12</a:t>
            </a:fld>
            <a:endParaRPr lang="en-SG"/>
          </a:p>
        </p:txBody>
      </p:sp>
    </p:spTree>
    <p:extLst>
      <p:ext uri="{BB962C8B-B14F-4D97-AF65-F5344CB8AC3E}">
        <p14:creationId xmlns:p14="http://schemas.microsoft.com/office/powerpoint/2010/main" val="23719988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382D7-6357-5780-EFE9-74ED9ED616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048664-B8B8-2CDC-BA61-4531CD2643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B15451-7305-69A3-9DF8-5D205463A21E}"/>
              </a:ext>
            </a:extLst>
          </p:cNvPr>
          <p:cNvSpPr>
            <a:spLocks noGrp="1"/>
          </p:cNvSpPr>
          <p:nvPr>
            <p:ph type="body" idx="1"/>
          </p:nvPr>
        </p:nvSpPr>
        <p:spPr/>
        <p:txBody>
          <a:bodyPr/>
          <a:lstStyle/>
          <a:p>
            <a:pPr marL="457200" indent="-457200">
              <a:buFont typeface="+mj-lt"/>
              <a:buAutoNum type="arabicPeriod"/>
            </a:pPr>
            <a:endParaRPr lang="en-US" sz="1200"/>
          </a:p>
          <a:p>
            <a:endParaRPr lang="en-US"/>
          </a:p>
        </p:txBody>
      </p:sp>
      <p:sp>
        <p:nvSpPr>
          <p:cNvPr id="4" name="Slide Number Placeholder 3">
            <a:extLst>
              <a:ext uri="{FF2B5EF4-FFF2-40B4-BE49-F238E27FC236}">
                <a16:creationId xmlns:a16="http://schemas.microsoft.com/office/drawing/2014/main" id="{AF66C351-F961-BA6E-BDEF-BF00DE1278E2}"/>
              </a:ext>
            </a:extLst>
          </p:cNvPr>
          <p:cNvSpPr>
            <a:spLocks noGrp="1"/>
          </p:cNvSpPr>
          <p:nvPr>
            <p:ph type="sldNum" sz="quarter" idx="5"/>
          </p:nvPr>
        </p:nvSpPr>
        <p:spPr/>
        <p:txBody>
          <a:bodyPr/>
          <a:lstStyle/>
          <a:p>
            <a:fld id="{3E46DC6A-6BD7-4DE4-BDD3-ADF39E5139C1}" type="slidenum">
              <a:rPr lang="en-SG" smtClean="0"/>
              <a:t>13</a:t>
            </a:fld>
            <a:endParaRPr lang="en-SG"/>
          </a:p>
        </p:txBody>
      </p:sp>
    </p:spTree>
    <p:extLst>
      <p:ext uri="{BB962C8B-B14F-4D97-AF65-F5344CB8AC3E}">
        <p14:creationId xmlns:p14="http://schemas.microsoft.com/office/powerpoint/2010/main" val="11030795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B5BD1-4C60-C25B-B474-BBE90967A7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191FEF-CD84-D0C9-3307-B514AB8D3F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30B9FD-0B3F-4FB2-F511-6F700F3F1B96}"/>
              </a:ext>
            </a:extLst>
          </p:cNvPr>
          <p:cNvSpPr>
            <a:spLocks noGrp="1"/>
          </p:cNvSpPr>
          <p:nvPr>
            <p:ph type="body" idx="1"/>
          </p:nvPr>
        </p:nvSpPr>
        <p:spPr/>
        <p:txBody>
          <a:bodyPr/>
          <a:lstStyle/>
          <a:p>
            <a:pPr marL="457200" indent="-457200">
              <a:buFont typeface="+mj-lt"/>
              <a:buAutoNum type="arabicPeriod"/>
            </a:pPr>
            <a:endParaRPr lang="en-US" sz="1200"/>
          </a:p>
          <a:p>
            <a:pPr rtl="0" fontAlgn="base">
              <a:buFont typeface="Arial" panose="020B0604020202020204" pitchFamily="34" charset="0"/>
              <a:buChar char="•"/>
            </a:pPr>
            <a:r>
              <a:rPr lang="en-SG" sz="1800" b="0" i="0" u="none" strike="noStrike">
                <a:solidFill>
                  <a:srgbClr val="000000"/>
                </a:solidFill>
                <a:effectLst/>
                <a:latin typeface="Arial" panose="020B0604020202020204" pitchFamily="34" charset="0"/>
              </a:rPr>
              <a:t>For the analysis of the Survey dataset, the classification technique for knowledge creation was applied. The predefined groups that were used to classify the data were based on the age demographics of the survey participants of the following: Generation Z (18-28), Millennials (29-43), Generation X (44-59) and lastly Baby Boomers (&gt;60).</a:t>
            </a:r>
          </a:p>
          <a:p>
            <a:pPr rtl="0" fontAlgn="base">
              <a:buFont typeface="Arial" panose="020B0604020202020204" pitchFamily="34" charset="0"/>
              <a:buNone/>
            </a:pPr>
            <a:endParaRPr lang="en-SG" sz="1800" b="0" i="0" u="none" strike="noStrike">
              <a:solidFill>
                <a:srgbClr val="000000"/>
              </a:solidFill>
              <a:effectLst/>
              <a:latin typeface="Arial" panose="020B0604020202020204" pitchFamily="34" charset="0"/>
            </a:endParaRPr>
          </a:p>
          <a:p>
            <a:pPr rtl="0" fontAlgn="base">
              <a:buFont typeface="Arial" panose="020B0604020202020204" pitchFamily="34" charset="0"/>
              <a:buChar char="•"/>
            </a:pPr>
            <a:r>
              <a:rPr lang="en-SG" sz="1800" b="0" i="0" u="none" strike="noStrike">
                <a:solidFill>
                  <a:srgbClr val="000000"/>
                </a:solidFill>
                <a:effectLst/>
                <a:latin typeface="Arial" panose="020B0604020202020204" pitchFamily="34" charset="0"/>
              </a:rPr>
              <a:t>Classification was used in this scenario in order to understand how the different age groups of our customers prefer to shop.</a:t>
            </a:r>
          </a:p>
          <a:p>
            <a:pPr rtl="0" fontAlgn="base">
              <a:buFont typeface="Arial" panose="020B0604020202020204" pitchFamily="34" charset="0"/>
              <a:buChar char="•"/>
            </a:pPr>
            <a:r>
              <a:rPr lang="en-US" sz="1800" b="0" i="0" u="none" strike="noStrike">
                <a:solidFill>
                  <a:srgbClr val="000000"/>
                </a:solidFill>
                <a:effectLst/>
                <a:latin typeface="Arial" panose="020B0604020202020204" pitchFamily="34" charset="0"/>
              </a:rPr>
              <a:t>Decision tree was used to determine whether customers owned loyalty cards of others based on their overall satisfaction</a:t>
            </a:r>
          </a:p>
          <a:p>
            <a:pPr rtl="0" fontAlgn="base">
              <a:spcAft>
                <a:spcPts val="1000"/>
              </a:spcAft>
              <a:buFont typeface="Arial" panose="020B0604020202020204" pitchFamily="34" charset="0"/>
              <a:buChar char="•"/>
            </a:pPr>
            <a:r>
              <a:rPr lang="en-US" sz="1800" b="0" i="0" u="none" strike="noStrike">
                <a:solidFill>
                  <a:srgbClr val="000000"/>
                </a:solidFill>
                <a:effectLst/>
                <a:latin typeface="Arial" panose="020B0604020202020204" pitchFamily="34" charset="0"/>
              </a:rPr>
              <a:t>The following 2 patterns were derived:</a:t>
            </a:r>
          </a:p>
          <a:p>
            <a:pPr marL="457200" rtl="0" fontAlgn="base">
              <a:spcAft>
                <a:spcPts val="1000"/>
              </a:spcAft>
              <a:buFont typeface="+mj-lt"/>
              <a:buAutoNum type="arabicPeriod"/>
            </a:pPr>
            <a:r>
              <a:rPr lang="en-US" sz="1800" b="0" i="0" u="none" strike="noStrike">
                <a:solidFill>
                  <a:srgbClr val="000000"/>
                </a:solidFill>
                <a:effectLst/>
                <a:latin typeface="Arial" panose="020B0604020202020204" pitchFamily="34" charset="0"/>
              </a:rPr>
              <a:t>Most participants did In-store shopping despite delivery having higher average ratings</a:t>
            </a:r>
          </a:p>
          <a:p>
            <a:pPr marL="457200" marR="0" lvl="0" indent="0" algn="l" defTabSz="914400" rtl="0" eaLnBrk="1" fontAlgn="base" latinLnBrk="0" hangingPunct="1">
              <a:lnSpc>
                <a:spcPct val="100000"/>
              </a:lnSpc>
              <a:spcBef>
                <a:spcPts val="0"/>
              </a:spcBef>
              <a:spcAft>
                <a:spcPts val="1000"/>
              </a:spcAft>
              <a:buClrTx/>
              <a:buSzTx/>
              <a:buFont typeface="+mj-lt"/>
              <a:buAutoNum type="arabicPeriod"/>
              <a:tabLst/>
              <a:defRPr/>
            </a:pPr>
            <a:r>
              <a:rPr lang="en-US" sz="1800" b="0" i="0" u="none" strike="noStrike">
                <a:solidFill>
                  <a:srgbClr val="000000"/>
                </a:solidFill>
                <a:effectLst/>
                <a:latin typeface="Arial" panose="020B0604020202020204" pitchFamily="34" charset="0"/>
              </a:rPr>
              <a:t>Customers who were satisfied generally do not own loyalty card of others</a:t>
            </a:r>
            <a:endParaRPr lang="en-SG" sz="1800" b="0" i="0" u="none" strike="noStrike">
              <a:solidFill>
                <a:srgbClr val="000000"/>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7E3F11AD-6AB7-52A0-F3B6-10DCBFCED15D}"/>
              </a:ext>
            </a:extLst>
          </p:cNvPr>
          <p:cNvSpPr>
            <a:spLocks noGrp="1"/>
          </p:cNvSpPr>
          <p:nvPr>
            <p:ph type="sldNum" sz="quarter" idx="5"/>
          </p:nvPr>
        </p:nvSpPr>
        <p:spPr/>
        <p:txBody>
          <a:bodyPr/>
          <a:lstStyle/>
          <a:p>
            <a:fld id="{3E46DC6A-6BD7-4DE4-BDD3-ADF39E5139C1}" type="slidenum">
              <a:rPr lang="en-SG" smtClean="0"/>
              <a:t>15</a:t>
            </a:fld>
            <a:endParaRPr lang="en-SG"/>
          </a:p>
        </p:txBody>
      </p:sp>
    </p:spTree>
    <p:extLst>
      <p:ext uri="{BB962C8B-B14F-4D97-AF65-F5344CB8AC3E}">
        <p14:creationId xmlns:p14="http://schemas.microsoft.com/office/powerpoint/2010/main" val="22556022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l">
              <a:buFont typeface="Arial" panose="020B0604020202020204" pitchFamily="34" charset="0"/>
              <a:buChar char="•"/>
            </a:pPr>
            <a:r>
              <a:rPr lang="en-US"/>
              <a:t>Highlight the ratings between the shopping types</a:t>
            </a:r>
          </a:p>
          <a:p>
            <a:pPr marL="171450" indent="-171450" algn="l">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3E46DC6A-6BD7-4DE4-BDD3-ADF39E5139C1}" type="slidenum">
              <a:rPr lang="en-SG" smtClean="0"/>
              <a:t>16</a:t>
            </a:fld>
            <a:endParaRPr lang="en-SG"/>
          </a:p>
        </p:txBody>
      </p:sp>
    </p:spTree>
    <p:extLst>
      <p:ext uri="{BB962C8B-B14F-4D97-AF65-F5344CB8AC3E}">
        <p14:creationId xmlns:p14="http://schemas.microsoft.com/office/powerpoint/2010/main" val="38905208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C1988-2AC1-2A46-041A-6067457583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5CCFF0-D880-FD29-8C48-E5F2374077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2D6D8A-27E0-D983-5D52-F3EA68A8A161}"/>
              </a:ext>
            </a:extLst>
          </p:cNvPr>
          <p:cNvSpPr>
            <a:spLocks noGrp="1"/>
          </p:cNvSpPr>
          <p:nvPr>
            <p:ph type="body" idx="1"/>
          </p:nvPr>
        </p:nvSpPr>
        <p:spPr/>
        <p:txBody>
          <a:bodyPr/>
          <a:lstStyle/>
          <a:p>
            <a:pPr rtl="0" fontAlgn="base">
              <a:buFont typeface="Arial" panose="020B0604020202020204" pitchFamily="34" charset="0"/>
              <a:buNone/>
            </a:pPr>
            <a:endParaRPr lang="en-SG" sz="1800" b="0" i="0" u="none" strike="noStrike">
              <a:solidFill>
                <a:srgbClr val="000000"/>
              </a:solidFill>
              <a:effectLst/>
              <a:latin typeface="Arial" panose="020B0604020202020204" pitchFamily="34" charset="0"/>
            </a:endParaRPr>
          </a:p>
          <a:p>
            <a:pPr rtl="0" fontAlgn="base">
              <a:buFont typeface="Arial" panose="020B0604020202020204" pitchFamily="34" charset="0"/>
              <a:buChar char="•"/>
            </a:pPr>
            <a:r>
              <a:rPr lang="en-SG" sz="1800" b="0" i="0" u="none" strike="noStrike">
                <a:solidFill>
                  <a:srgbClr val="000000"/>
                </a:solidFill>
                <a:effectLst/>
                <a:latin typeface="Arial" panose="020B0604020202020204" pitchFamily="34" charset="0"/>
              </a:rPr>
              <a:t>Market Basket Analysis is widely used in the retail industry to uncover and understand consumer purchasing patterns. MBA unveils many opportunities for cross-selling, product placements, inventory management etc for business owners making it a crucial aspect of data analysis</a:t>
            </a:r>
          </a:p>
          <a:p>
            <a:pPr rtl="0" fontAlgn="base">
              <a:buFont typeface="Arial" panose="020B0604020202020204" pitchFamily="34" charset="0"/>
              <a:buChar char="•"/>
            </a:pPr>
            <a:r>
              <a:rPr lang="en-SG" sz="1800" b="0" i="0" u="none" strike="noStrike">
                <a:solidFill>
                  <a:srgbClr val="000000"/>
                </a:solidFill>
                <a:effectLst/>
                <a:latin typeface="Arial" panose="020B0604020202020204" pitchFamily="34" charset="0"/>
              </a:rPr>
              <a:t>After MBA was done, clustering was used to group the products into similar areas highlighting how strong the relationship in the product is.</a:t>
            </a:r>
          </a:p>
          <a:p>
            <a:pPr rtl="0" fontAlgn="base">
              <a:buFont typeface="Arial" panose="020B0604020202020204" pitchFamily="34" charset="0"/>
              <a:buChar char="•"/>
            </a:pPr>
            <a:r>
              <a:rPr lang="en-SG" sz="1800" b="0" i="0" u="none" strike="noStrike">
                <a:solidFill>
                  <a:srgbClr val="000000"/>
                </a:solidFill>
                <a:effectLst/>
                <a:latin typeface="Arial" panose="020B0604020202020204" pitchFamily="34" charset="0"/>
              </a:rPr>
              <a:t> The following 2 knowledge were derived:</a:t>
            </a:r>
          </a:p>
          <a:p>
            <a:pPr marL="457200" rtl="0" fontAlgn="base">
              <a:buFont typeface="+mj-lt"/>
              <a:buAutoNum type="arabicPeriod"/>
            </a:pPr>
            <a:r>
              <a:rPr lang="en-SG" sz="1800" b="0" i="0" u="none" strike="noStrike">
                <a:solidFill>
                  <a:srgbClr val="000000"/>
                </a:solidFill>
                <a:effectLst/>
                <a:latin typeface="Arial" panose="020B0604020202020204" pitchFamily="34" charset="0"/>
              </a:rPr>
              <a:t>Items under the same broad category </a:t>
            </a:r>
            <a:r>
              <a:rPr lang="en-SG" sz="1800" b="0" i="0" u="none" strike="noStrike" err="1">
                <a:solidFill>
                  <a:srgbClr val="000000"/>
                </a:solidFill>
                <a:effectLst/>
                <a:latin typeface="Arial" panose="020B0604020202020204" pitchFamily="34" charset="0"/>
              </a:rPr>
              <a:t>eg</a:t>
            </a:r>
            <a:r>
              <a:rPr lang="en-SG" sz="1800" b="0" i="0" u="none" strike="noStrike">
                <a:solidFill>
                  <a:srgbClr val="000000"/>
                </a:solidFill>
                <a:effectLst/>
                <a:latin typeface="Arial" panose="020B0604020202020204" pitchFamily="34" charset="0"/>
              </a:rPr>
              <a:t> (sweets, meats, vegetables) tend to bought together frequently</a:t>
            </a:r>
          </a:p>
          <a:p>
            <a:pPr marL="457200" rtl="0" fontAlgn="base">
              <a:buFont typeface="+mj-lt"/>
              <a:buAutoNum type="arabicPeriod"/>
            </a:pPr>
            <a:r>
              <a:rPr lang="en-SG" sz="1800" b="0" i="0" u="none" strike="noStrike">
                <a:solidFill>
                  <a:srgbClr val="000000"/>
                </a:solidFill>
                <a:effectLst/>
                <a:latin typeface="Arial" panose="020B0604020202020204" pitchFamily="34" charset="0"/>
              </a:rPr>
              <a:t>Some items that were often purchased together were hard to explain </a:t>
            </a:r>
            <a:r>
              <a:rPr lang="en-SG" sz="1800" b="0" i="0" u="none" strike="noStrike" err="1">
                <a:solidFill>
                  <a:srgbClr val="000000"/>
                </a:solidFill>
                <a:effectLst/>
                <a:latin typeface="Arial" panose="020B0604020202020204" pitchFamily="34" charset="0"/>
              </a:rPr>
              <a:t>eg</a:t>
            </a:r>
            <a:r>
              <a:rPr lang="en-SG" sz="1800" b="0" i="0" u="none" strike="noStrike">
                <a:solidFill>
                  <a:srgbClr val="000000"/>
                </a:solidFill>
                <a:effectLst/>
                <a:latin typeface="Arial" panose="020B0604020202020204" pitchFamily="34" charset="0"/>
              </a:rPr>
              <a:t> Detergent - Beef</a:t>
            </a:r>
          </a:p>
        </p:txBody>
      </p:sp>
      <p:sp>
        <p:nvSpPr>
          <p:cNvPr id="4" name="Slide Number Placeholder 3">
            <a:extLst>
              <a:ext uri="{FF2B5EF4-FFF2-40B4-BE49-F238E27FC236}">
                <a16:creationId xmlns:a16="http://schemas.microsoft.com/office/drawing/2014/main" id="{3F05071E-D0E7-C523-D745-7D0DDFC25DC1}"/>
              </a:ext>
            </a:extLst>
          </p:cNvPr>
          <p:cNvSpPr>
            <a:spLocks noGrp="1"/>
          </p:cNvSpPr>
          <p:nvPr>
            <p:ph type="sldNum" sz="quarter" idx="5"/>
          </p:nvPr>
        </p:nvSpPr>
        <p:spPr/>
        <p:txBody>
          <a:bodyPr/>
          <a:lstStyle/>
          <a:p>
            <a:fld id="{3E46DC6A-6BD7-4DE4-BDD3-ADF39E5139C1}" type="slidenum">
              <a:rPr lang="en-SG" smtClean="0"/>
              <a:t>18</a:t>
            </a:fld>
            <a:endParaRPr lang="en-SG"/>
          </a:p>
        </p:txBody>
      </p:sp>
    </p:spTree>
    <p:extLst>
      <p:ext uri="{BB962C8B-B14F-4D97-AF65-F5344CB8AC3E}">
        <p14:creationId xmlns:p14="http://schemas.microsoft.com/office/powerpoint/2010/main" val="4548653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3E46DC6A-6BD7-4DE4-BDD3-ADF39E5139C1}" type="slidenum">
              <a:rPr lang="en-SG" smtClean="0"/>
              <a:t>19</a:t>
            </a:fld>
            <a:endParaRPr lang="en-SG"/>
          </a:p>
        </p:txBody>
      </p:sp>
    </p:spTree>
    <p:extLst>
      <p:ext uri="{BB962C8B-B14F-4D97-AF65-F5344CB8AC3E}">
        <p14:creationId xmlns:p14="http://schemas.microsoft.com/office/powerpoint/2010/main" val="21717617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A48EF-BD0D-9CDE-A883-C310F4263B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990BB4-16D6-582C-7544-E0F46209EE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3DC43E-DEA7-B5C7-202D-E99C243C9131}"/>
              </a:ext>
            </a:extLst>
          </p:cNvPr>
          <p:cNvSpPr>
            <a:spLocks noGrp="1"/>
          </p:cNvSpPr>
          <p:nvPr>
            <p:ph type="body" idx="1"/>
          </p:nvPr>
        </p:nvSpPr>
        <p:spPr/>
        <p:txBody>
          <a:bodyPr/>
          <a:lstStyle/>
          <a:p>
            <a:pPr rtl="0" fontAlgn="base">
              <a:buFont typeface="Arial" panose="020B0604020202020204" pitchFamily="34" charset="0"/>
              <a:buChar char="•"/>
            </a:pPr>
            <a:r>
              <a:rPr lang="en-SG" sz="1800" b="0" i="0" u="none" strike="noStrike">
                <a:solidFill>
                  <a:srgbClr val="000000"/>
                </a:solidFill>
                <a:effectLst/>
                <a:latin typeface="Arial" panose="020B0604020202020204" pitchFamily="34" charset="0"/>
              </a:rPr>
              <a:t>Decision tree was used as it allows to filter across multiple different categories to determine the final leaf node which in this case was whether credit payment was used. This allows us to understand the preferred payment methods of customers across their different factors.</a:t>
            </a:r>
          </a:p>
          <a:p>
            <a:pPr rtl="0" fontAlgn="base">
              <a:buFont typeface="Arial" panose="020B0604020202020204" pitchFamily="34" charset="0"/>
              <a:buChar char="•"/>
            </a:pPr>
            <a:r>
              <a:rPr lang="en-US" sz="1800" b="0" i="0" u="none" strike="noStrike">
                <a:solidFill>
                  <a:srgbClr val="000000"/>
                </a:solidFill>
                <a:effectLst/>
                <a:latin typeface="Arial" panose="020B0604020202020204" pitchFamily="34" charset="0"/>
              </a:rPr>
              <a:t> Heatmap was used to measure the relationship of two factors on a given outcome (credit card payment)</a:t>
            </a:r>
            <a:endParaRPr lang="en-SG" sz="1800" b="0" i="0" u="none" strike="noStrike">
              <a:solidFill>
                <a:srgbClr val="000000"/>
              </a:solidFill>
              <a:effectLst/>
              <a:latin typeface="Arial" panose="020B0604020202020204" pitchFamily="34" charset="0"/>
            </a:endParaRPr>
          </a:p>
          <a:p>
            <a:pPr rtl="0" fontAlgn="base">
              <a:buFont typeface="Arial" panose="020B0604020202020204" pitchFamily="34" charset="0"/>
              <a:buChar char="•"/>
            </a:pPr>
            <a:r>
              <a:rPr lang="en-SG" sz="1800" b="0" i="0" u="none" strike="noStrike">
                <a:solidFill>
                  <a:srgbClr val="000000"/>
                </a:solidFill>
                <a:effectLst/>
                <a:latin typeface="Arial" panose="020B0604020202020204" pitchFamily="34" charset="0"/>
              </a:rPr>
              <a:t> The following 2 knowledge were derived:</a:t>
            </a:r>
          </a:p>
          <a:p>
            <a:pPr marL="457200" rtl="0" fontAlgn="base">
              <a:buFont typeface="+mj-lt"/>
              <a:buAutoNum type="arabicPeriod"/>
            </a:pPr>
            <a:r>
              <a:rPr lang="en-SG" sz="1800" b="0" i="0" u="none" strike="noStrike">
                <a:solidFill>
                  <a:srgbClr val="000000"/>
                </a:solidFill>
                <a:effectLst/>
                <a:latin typeface="Arial" panose="020B0604020202020204" pitchFamily="34" charset="0"/>
              </a:rPr>
              <a:t>Most do not use credit card payment when it comes to purchases being done, illustrating a preference for alternative forms of payment such as cash/debit</a:t>
            </a:r>
          </a:p>
          <a:p>
            <a:pPr marL="457200" rtl="0" fontAlgn="base">
              <a:buFont typeface="+mj-lt"/>
              <a:buAutoNum type="arabicPeriod"/>
            </a:pPr>
            <a:r>
              <a:rPr lang="en-SG" sz="1800" b="0" i="0" u="none" strike="noStrike">
                <a:solidFill>
                  <a:srgbClr val="000000"/>
                </a:solidFill>
                <a:effectLst/>
                <a:latin typeface="Arial" panose="020B0604020202020204" pitchFamily="34" charset="0"/>
              </a:rPr>
              <a:t>Across all the different customer segments, there was not an instance where credit card payment was in the majority even among those who were more educated and held higher paying jobs</a:t>
            </a:r>
          </a:p>
        </p:txBody>
      </p:sp>
      <p:sp>
        <p:nvSpPr>
          <p:cNvPr id="4" name="Slide Number Placeholder 3">
            <a:extLst>
              <a:ext uri="{FF2B5EF4-FFF2-40B4-BE49-F238E27FC236}">
                <a16:creationId xmlns:a16="http://schemas.microsoft.com/office/drawing/2014/main" id="{21837B1A-5104-FCF4-9EE0-E31A8CD6653B}"/>
              </a:ext>
            </a:extLst>
          </p:cNvPr>
          <p:cNvSpPr>
            <a:spLocks noGrp="1"/>
          </p:cNvSpPr>
          <p:nvPr>
            <p:ph type="sldNum" sz="quarter" idx="5"/>
          </p:nvPr>
        </p:nvSpPr>
        <p:spPr/>
        <p:txBody>
          <a:bodyPr/>
          <a:lstStyle/>
          <a:p>
            <a:fld id="{3E46DC6A-6BD7-4DE4-BDD3-ADF39E5139C1}" type="slidenum">
              <a:rPr lang="en-SG" smtClean="0"/>
              <a:t>20</a:t>
            </a:fld>
            <a:endParaRPr lang="en-SG"/>
          </a:p>
        </p:txBody>
      </p:sp>
    </p:spTree>
    <p:extLst>
      <p:ext uri="{BB962C8B-B14F-4D97-AF65-F5344CB8AC3E}">
        <p14:creationId xmlns:p14="http://schemas.microsoft.com/office/powerpoint/2010/main" val="39380399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3E46DC6A-6BD7-4DE4-BDD3-ADF39E5139C1}" type="slidenum">
              <a:rPr lang="en-SG" smtClean="0"/>
              <a:t>21</a:t>
            </a:fld>
            <a:endParaRPr lang="en-SG"/>
          </a:p>
        </p:txBody>
      </p:sp>
    </p:spTree>
    <p:extLst>
      <p:ext uri="{BB962C8B-B14F-4D97-AF65-F5344CB8AC3E}">
        <p14:creationId xmlns:p14="http://schemas.microsoft.com/office/powerpoint/2010/main" val="27277835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SG"/>
          </a:p>
        </p:txBody>
      </p:sp>
      <p:sp>
        <p:nvSpPr>
          <p:cNvPr id="4" name="Slide Number Placeholder 3"/>
          <p:cNvSpPr>
            <a:spLocks noGrp="1"/>
          </p:cNvSpPr>
          <p:nvPr>
            <p:ph type="sldNum" sz="quarter" idx="5"/>
          </p:nvPr>
        </p:nvSpPr>
        <p:spPr/>
        <p:txBody>
          <a:bodyPr/>
          <a:lstStyle/>
          <a:p>
            <a:fld id="{3E46DC6A-6BD7-4DE4-BDD3-ADF39E5139C1}" type="slidenum">
              <a:rPr lang="en-SG" smtClean="0"/>
              <a:t>22</a:t>
            </a:fld>
            <a:endParaRPr lang="en-SG"/>
          </a:p>
        </p:txBody>
      </p:sp>
    </p:spTree>
    <p:extLst>
      <p:ext uri="{BB962C8B-B14F-4D97-AF65-F5344CB8AC3E}">
        <p14:creationId xmlns:p14="http://schemas.microsoft.com/office/powerpoint/2010/main" val="28851236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9B0D5-783A-6B3D-8FEA-C828EB7A02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2AF803-DDBB-847D-0E1B-A040E8C4C3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B297C0-C52D-DA93-A134-234DC22E8B3F}"/>
              </a:ext>
            </a:extLst>
          </p:cNvPr>
          <p:cNvSpPr>
            <a:spLocks noGrp="1"/>
          </p:cNvSpPr>
          <p:nvPr>
            <p:ph type="body" idx="1"/>
          </p:nvPr>
        </p:nvSpPr>
        <p:spPr/>
        <p:txBody>
          <a:bodyPr/>
          <a:lstStyle/>
          <a:p>
            <a:pPr rtl="0" fontAlgn="base">
              <a:buFont typeface="Arial" panose="020B0604020202020204" pitchFamily="34" charset="0"/>
              <a:buChar char="•"/>
            </a:pPr>
            <a:r>
              <a:rPr lang="en-SG" sz="1100" b="0" i="0" u="none" strike="noStrike">
                <a:solidFill>
                  <a:srgbClr val="000000"/>
                </a:solidFill>
                <a:effectLst/>
                <a:latin typeface="Arial" panose="020B0604020202020204" pitchFamily="34" charset="0"/>
              </a:rPr>
              <a:t>Enhancing In-store Shopping Experience</a:t>
            </a:r>
          </a:p>
          <a:p>
            <a:pPr marL="742950" lvl="1" indent="-285750" rtl="0" fontAlgn="base">
              <a:buFont typeface="Arial" panose="020B0604020202020204" pitchFamily="34" charset="0"/>
              <a:buChar char="•"/>
            </a:pPr>
            <a:r>
              <a:rPr lang="en-SG" sz="1100" b="0" i="0" u="none" strike="noStrike">
                <a:solidFill>
                  <a:srgbClr val="000000"/>
                </a:solidFill>
                <a:effectLst/>
                <a:latin typeface="Arial" panose="020B0604020202020204" pitchFamily="34" charset="0"/>
              </a:rPr>
              <a:t>Since majority of customers still prefer shopping physically, more can be done in terms of improving overall experience of the customer</a:t>
            </a:r>
          </a:p>
          <a:p>
            <a:pPr marL="742950" lvl="1" indent="-285750" rtl="0" fontAlgn="base">
              <a:buFont typeface="Arial" panose="020B0604020202020204" pitchFamily="34" charset="0"/>
              <a:buChar char="•"/>
            </a:pPr>
            <a:r>
              <a:rPr lang="en-SG" sz="1100" b="0" i="0" u="none" strike="noStrike">
                <a:solidFill>
                  <a:srgbClr val="000000"/>
                </a:solidFill>
                <a:effectLst/>
                <a:latin typeface="Arial" panose="020B0604020202020204" pitchFamily="34" charset="0"/>
              </a:rPr>
              <a:t>For instance, better customer service, shorten wait times for checkouts, having a wider selection of deli etc</a:t>
            </a:r>
          </a:p>
          <a:p>
            <a:pPr rtl="0" fontAlgn="base">
              <a:buFont typeface="Arial" panose="020B0604020202020204" pitchFamily="34" charset="0"/>
              <a:buChar char="•"/>
            </a:pPr>
            <a:r>
              <a:rPr lang="en-SG" sz="1100" b="0" i="0" u="none" strike="noStrike">
                <a:solidFill>
                  <a:srgbClr val="000000"/>
                </a:solidFill>
                <a:effectLst/>
                <a:latin typeface="Arial" panose="020B0604020202020204" pitchFamily="34" charset="0"/>
              </a:rPr>
              <a:t>Having Promotions for Delivery </a:t>
            </a:r>
          </a:p>
          <a:p>
            <a:pPr marL="742950" lvl="1" indent="-285750" rtl="0" fontAlgn="base">
              <a:buFont typeface="Arial" panose="020B0604020202020204" pitchFamily="34" charset="0"/>
              <a:buChar char="•"/>
            </a:pPr>
            <a:r>
              <a:rPr lang="en-SG" sz="1100" b="0" i="0" u="none" strike="noStrike">
                <a:solidFill>
                  <a:srgbClr val="000000"/>
                </a:solidFill>
                <a:effectLst/>
                <a:latin typeface="Arial" panose="020B0604020202020204" pitchFamily="34" charset="0"/>
              </a:rPr>
              <a:t>As those who have tried delivery services are quite satisfied with it, more can be done to attract attention to it and get more customers to use it</a:t>
            </a:r>
          </a:p>
          <a:p>
            <a:pPr rtl="0" fontAlgn="base">
              <a:buFont typeface="Arial" panose="020B0604020202020204" pitchFamily="34" charset="0"/>
              <a:buChar char="•"/>
            </a:pPr>
            <a:r>
              <a:rPr lang="en-SG" sz="1100" b="0" i="0" u="none" strike="noStrike">
                <a:solidFill>
                  <a:srgbClr val="000000"/>
                </a:solidFill>
                <a:effectLst/>
                <a:latin typeface="Arial" panose="020B0604020202020204" pitchFamily="34" charset="0"/>
              </a:rPr>
              <a:t>Optimising Product Placements and Bundles</a:t>
            </a:r>
          </a:p>
          <a:p>
            <a:pPr marL="742950" lvl="1" indent="-285750" rtl="0" fontAlgn="base">
              <a:buFont typeface="Arial" panose="020B0604020202020204" pitchFamily="34" charset="0"/>
              <a:buChar char="•"/>
            </a:pPr>
            <a:r>
              <a:rPr lang="en-SG" sz="1100" b="0" i="0" u="none" strike="noStrike">
                <a:solidFill>
                  <a:srgbClr val="000000"/>
                </a:solidFill>
                <a:effectLst/>
                <a:latin typeface="Arial" panose="020B0604020202020204" pitchFamily="34" charset="0"/>
              </a:rPr>
              <a:t>Using the information obtained from Transaction analysis, items purchased together can be placed nearer to each other or bundled up as a promotion </a:t>
            </a:r>
          </a:p>
          <a:p>
            <a:pPr rtl="0" fontAlgn="base">
              <a:buFont typeface="Arial" panose="020B0604020202020204" pitchFamily="34" charset="0"/>
              <a:buChar char="•"/>
            </a:pPr>
            <a:r>
              <a:rPr lang="en-SG" sz="1100" b="0" i="0" u="none" strike="noStrike">
                <a:solidFill>
                  <a:srgbClr val="000000"/>
                </a:solidFill>
                <a:effectLst/>
                <a:latin typeface="Arial" panose="020B0604020202020204" pitchFamily="34" charset="0"/>
              </a:rPr>
              <a:t>Credit Card Related Benefits</a:t>
            </a:r>
          </a:p>
          <a:p>
            <a:pPr marL="742950" lvl="1" indent="-285750" rtl="0" fontAlgn="base">
              <a:buFont typeface="Arial" panose="020B0604020202020204" pitchFamily="34" charset="0"/>
              <a:buChar char="•"/>
            </a:pPr>
            <a:r>
              <a:rPr lang="en-SG" sz="1100" b="0" i="0" u="none" strike="noStrike">
                <a:solidFill>
                  <a:srgbClr val="000000"/>
                </a:solidFill>
                <a:effectLst/>
                <a:latin typeface="Arial" panose="020B0604020202020204" pitchFamily="34" charset="0"/>
              </a:rPr>
              <a:t>Getting customers to engage in using their credit card for payment can result in greater spending leading to more cash flow for the business </a:t>
            </a:r>
          </a:p>
          <a:p>
            <a:pPr marL="742950" lvl="1" indent="-285750" rtl="0" fontAlgn="base">
              <a:buFont typeface="Arial" panose="020B0604020202020204" pitchFamily="34" charset="0"/>
              <a:buChar char="•"/>
            </a:pPr>
            <a:r>
              <a:rPr lang="en-SG" sz="1100" b="0" i="0" u="none" strike="noStrike">
                <a:solidFill>
                  <a:srgbClr val="000000"/>
                </a:solidFill>
                <a:effectLst/>
                <a:latin typeface="Arial" panose="020B0604020202020204" pitchFamily="34" charset="0"/>
              </a:rPr>
              <a:t>Hence, having benefits tied to credit cards may entice customers more to switch over to credit form of payment</a:t>
            </a:r>
          </a:p>
          <a:p>
            <a:pPr rtl="0" fontAlgn="base">
              <a:buFont typeface="Arial" panose="020B0604020202020204" pitchFamily="34" charset="0"/>
              <a:buChar char="•"/>
            </a:pPr>
            <a:r>
              <a:rPr lang="en-SG" sz="1100" b="0" i="0" u="none" strike="noStrike">
                <a:solidFill>
                  <a:srgbClr val="000000"/>
                </a:solidFill>
                <a:effectLst/>
                <a:latin typeface="Arial" panose="020B0604020202020204" pitchFamily="34" charset="0"/>
              </a:rPr>
              <a:t>Removing items that are not commonly sold</a:t>
            </a:r>
          </a:p>
          <a:p>
            <a:pPr marL="742950" lvl="1" indent="-285750" rtl="0" fontAlgn="base">
              <a:buFont typeface="Arial" panose="020B0604020202020204" pitchFamily="34" charset="0"/>
              <a:buChar char="•"/>
            </a:pPr>
            <a:r>
              <a:rPr lang="en-SG" sz="1100" b="0" i="0" u="none" strike="noStrike">
                <a:solidFill>
                  <a:srgbClr val="000000"/>
                </a:solidFill>
                <a:effectLst/>
                <a:latin typeface="Arial" panose="020B0604020202020204" pitchFamily="34" charset="0"/>
              </a:rPr>
              <a:t>By doing so, the supermarket get to free up more inventory space for other more popular products, reducing shelf time of such products.</a:t>
            </a:r>
          </a:p>
          <a:p>
            <a:pPr rtl="0" fontAlgn="base">
              <a:buFont typeface="Arial" panose="020B0604020202020204" pitchFamily="34" charset="0"/>
              <a:buChar char="•"/>
            </a:pPr>
            <a:endParaRPr lang="en-SG" sz="1800" b="0" i="0" u="none" strike="noStrike">
              <a:solidFill>
                <a:srgbClr val="000000"/>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C8B3B5AC-AF3B-A62B-98BD-4C314A048327}"/>
              </a:ext>
            </a:extLst>
          </p:cNvPr>
          <p:cNvSpPr>
            <a:spLocks noGrp="1"/>
          </p:cNvSpPr>
          <p:nvPr>
            <p:ph type="sldNum" sz="quarter" idx="5"/>
          </p:nvPr>
        </p:nvSpPr>
        <p:spPr/>
        <p:txBody>
          <a:bodyPr/>
          <a:lstStyle/>
          <a:p>
            <a:fld id="{3E46DC6A-6BD7-4DE4-BDD3-ADF39E5139C1}" type="slidenum">
              <a:rPr lang="en-SG" smtClean="0"/>
              <a:t>23</a:t>
            </a:fld>
            <a:endParaRPr lang="en-SG"/>
          </a:p>
        </p:txBody>
      </p:sp>
    </p:spTree>
    <p:extLst>
      <p:ext uri="{BB962C8B-B14F-4D97-AF65-F5344CB8AC3E}">
        <p14:creationId xmlns:p14="http://schemas.microsoft.com/office/powerpoint/2010/main" val="1149308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34D79-2C3C-2D7A-04F5-BB679707BD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E6DCF171-9A79-B3EC-A2E8-6012DB136A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5655EBC8-DFBB-AF62-D631-E7BF4A1EF73F}"/>
              </a:ext>
            </a:extLst>
          </p:cNvPr>
          <p:cNvSpPr>
            <a:spLocks noGrp="1"/>
          </p:cNvSpPr>
          <p:nvPr>
            <p:ph type="dt" sz="half" idx="10"/>
          </p:nvPr>
        </p:nvSpPr>
        <p:spPr/>
        <p:txBody>
          <a:bodyPr/>
          <a:lstStyle/>
          <a:p>
            <a:fld id="{A64797A0-AEC7-4C2B-B4F7-55B021DC3552}" type="datetimeFigureOut">
              <a:rPr lang="en-SG" smtClean="0"/>
              <a:t>20/5/25</a:t>
            </a:fld>
            <a:endParaRPr lang="en-SG"/>
          </a:p>
        </p:txBody>
      </p:sp>
      <p:sp>
        <p:nvSpPr>
          <p:cNvPr id="5" name="Footer Placeholder 4">
            <a:extLst>
              <a:ext uri="{FF2B5EF4-FFF2-40B4-BE49-F238E27FC236}">
                <a16:creationId xmlns:a16="http://schemas.microsoft.com/office/drawing/2014/main" id="{105B6C18-D6C7-7408-E0D0-3F840354889E}"/>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19D656F9-A315-ED2E-1D62-80E1520096E4}"/>
              </a:ext>
            </a:extLst>
          </p:cNvPr>
          <p:cNvSpPr>
            <a:spLocks noGrp="1"/>
          </p:cNvSpPr>
          <p:nvPr>
            <p:ph type="sldNum" sz="quarter" idx="12"/>
          </p:nvPr>
        </p:nvSpPr>
        <p:spPr/>
        <p:txBody>
          <a:bodyPr/>
          <a:lstStyle/>
          <a:p>
            <a:fld id="{1E23A581-EE6E-4EEC-A5B2-F121D916C3D1}" type="slidenum">
              <a:rPr lang="en-SG" smtClean="0"/>
              <a:t>‹#›</a:t>
            </a:fld>
            <a:endParaRPr lang="en-SG"/>
          </a:p>
        </p:txBody>
      </p:sp>
    </p:spTree>
    <p:extLst>
      <p:ext uri="{BB962C8B-B14F-4D97-AF65-F5344CB8AC3E}">
        <p14:creationId xmlns:p14="http://schemas.microsoft.com/office/powerpoint/2010/main" val="3228996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E7D6F-1920-48FB-F699-270B3DD3CEF8}"/>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FED814C5-B0D1-6637-69FE-B581DFFC4C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4D89FFD3-66AC-B4E0-D2EF-8CFC9F592508}"/>
              </a:ext>
            </a:extLst>
          </p:cNvPr>
          <p:cNvSpPr>
            <a:spLocks noGrp="1"/>
          </p:cNvSpPr>
          <p:nvPr>
            <p:ph type="dt" sz="half" idx="10"/>
          </p:nvPr>
        </p:nvSpPr>
        <p:spPr/>
        <p:txBody>
          <a:bodyPr/>
          <a:lstStyle/>
          <a:p>
            <a:fld id="{A64797A0-AEC7-4C2B-B4F7-55B021DC3552}" type="datetimeFigureOut">
              <a:rPr lang="en-SG" smtClean="0"/>
              <a:t>20/5/25</a:t>
            </a:fld>
            <a:endParaRPr lang="en-SG"/>
          </a:p>
        </p:txBody>
      </p:sp>
      <p:sp>
        <p:nvSpPr>
          <p:cNvPr id="5" name="Footer Placeholder 4">
            <a:extLst>
              <a:ext uri="{FF2B5EF4-FFF2-40B4-BE49-F238E27FC236}">
                <a16:creationId xmlns:a16="http://schemas.microsoft.com/office/drawing/2014/main" id="{150D981F-0317-43BE-2D91-ECDFE377C49D}"/>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6EA65BDE-0731-19F6-7EEA-1227BE390B51}"/>
              </a:ext>
            </a:extLst>
          </p:cNvPr>
          <p:cNvSpPr>
            <a:spLocks noGrp="1"/>
          </p:cNvSpPr>
          <p:nvPr>
            <p:ph type="sldNum" sz="quarter" idx="12"/>
          </p:nvPr>
        </p:nvSpPr>
        <p:spPr/>
        <p:txBody>
          <a:bodyPr/>
          <a:lstStyle/>
          <a:p>
            <a:fld id="{1E23A581-EE6E-4EEC-A5B2-F121D916C3D1}" type="slidenum">
              <a:rPr lang="en-SG" smtClean="0"/>
              <a:t>‹#›</a:t>
            </a:fld>
            <a:endParaRPr lang="en-SG"/>
          </a:p>
        </p:txBody>
      </p:sp>
    </p:spTree>
    <p:extLst>
      <p:ext uri="{BB962C8B-B14F-4D97-AF65-F5344CB8AC3E}">
        <p14:creationId xmlns:p14="http://schemas.microsoft.com/office/powerpoint/2010/main" val="3539231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7239C-F093-31A9-B5B7-6A4F1104050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D7BC2487-C62D-ACAE-3541-AE04DE60335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C9D5C1-B421-52FB-64EB-A13A305762DC}"/>
              </a:ext>
            </a:extLst>
          </p:cNvPr>
          <p:cNvSpPr>
            <a:spLocks noGrp="1"/>
          </p:cNvSpPr>
          <p:nvPr>
            <p:ph type="dt" sz="half" idx="10"/>
          </p:nvPr>
        </p:nvSpPr>
        <p:spPr/>
        <p:txBody>
          <a:bodyPr/>
          <a:lstStyle/>
          <a:p>
            <a:fld id="{A64797A0-AEC7-4C2B-B4F7-55B021DC3552}" type="datetimeFigureOut">
              <a:rPr lang="en-SG" smtClean="0"/>
              <a:t>20/5/25</a:t>
            </a:fld>
            <a:endParaRPr lang="en-SG"/>
          </a:p>
        </p:txBody>
      </p:sp>
      <p:sp>
        <p:nvSpPr>
          <p:cNvPr id="5" name="Footer Placeholder 4">
            <a:extLst>
              <a:ext uri="{FF2B5EF4-FFF2-40B4-BE49-F238E27FC236}">
                <a16:creationId xmlns:a16="http://schemas.microsoft.com/office/drawing/2014/main" id="{E44396AD-AA7C-0F70-7ED5-0322097F67F4}"/>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AD8FF6BA-61B1-506F-A31A-872E55F2E668}"/>
              </a:ext>
            </a:extLst>
          </p:cNvPr>
          <p:cNvSpPr>
            <a:spLocks noGrp="1"/>
          </p:cNvSpPr>
          <p:nvPr>
            <p:ph type="sldNum" sz="quarter" idx="12"/>
          </p:nvPr>
        </p:nvSpPr>
        <p:spPr/>
        <p:txBody>
          <a:bodyPr/>
          <a:lstStyle/>
          <a:p>
            <a:fld id="{1E23A581-EE6E-4EEC-A5B2-F121D916C3D1}" type="slidenum">
              <a:rPr lang="en-SG" smtClean="0"/>
              <a:t>‹#›</a:t>
            </a:fld>
            <a:endParaRPr lang="en-SG"/>
          </a:p>
        </p:txBody>
      </p:sp>
    </p:spTree>
    <p:extLst>
      <p:ext uri="{BB962C8B-B14F-4D97-AF65-F5344CB8AC3E}">
        <p14:creationId xmlns:p14="http://schemas.microsoft.com/office/powerpoint/2010/main" val="202982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0E8DC-FFB5-49A8-A432-91E3DDE48C70}"/>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930FF1B1-8E6B-D533-D972-26751656F22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42970235-A169-D103-5BFE-E7D353F3F1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9BABC4C8-5C91-378E-C6E1-31A6FF5EE1F2}"/>
              </a:ext>
            </a:extLst>
          </p:cNvPr>
          <p:cNvSpPr>
            <a:spLocks noGrp="1"/>
          </p:cNvSpPr>
          <p:nvPr>
            <p:ph type="dt" sz="half" idx="10"/>
          </p:nvPr>
        </p:nvSpPr>
        <p:spPr/>
        <p:txBody>
          <a:bodyPr/>
          <a:lstStyle/>
          <a:p>
            <a:fld id="{A64797A0-AEC7-4C2B-B4F7-55B021DC3552}" type="datetimeFigureOut">
              <a:rPr lang="en-SG" smtClean="0"/>
              <a:t>20/5/25</a:t>
            </a:fld>
            <a:endParaRPr lang="en-SG"/>
          </a:p>
        </p:txBody>
      </p:sp>
      <p:sp>
        <p:nvSpPr>
          <p:cNvPr id="6" name="Footer Placeholder 5">
            <a:extLst>
              <a:ext uri="{FF2B5EF4-FFF2-40B4-BE49-F238E27FC236}">
                <a16:creationId xmlns:a16="http://schemas.microsoft.com/office/drawing/2014/main" id="{5A929266-0FFD-D876-59E2-10F4988B0766}"/>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B16F6E3A-6B1A-29D0-FEED-9E482C4EDD0F}"/>
              </a:ext>
            </a:extLst>
          </p:cNvPr>
          <p:cNvSpPr>
            <a:spLocks noGrp="1"/>
          </p:cNvSpPr>
          <p:nvPr>
            <p:ph type="sldNum" sz="quarter" idx="12"/>
          </p:nvPr>
        </p:nvSpPr>
        <p:spPr/>
        <p:txBody>
          <a:bodyPr/>
          <a:lstStyle/>
          <a:p>
            <a:fld id="{1E23A581-EE6E-4EEC-A5B2-F121D916C3D1}" type="slidenum">
              <a:rPr lang="en-SG" smtClean="0"/>
              <a:t>‹#›</a:t>
            </a:fld>
            <a:endParaRPr lang="en-SG"/>
          </a:p>
        </p:txBody>
      </p:sp>
    </p:spTree>
    <p:extLst>
      <p:ext uri="{BB962C8B-B14F-4D97-AF65-F5344CB8AC3E}">
        <p14:creationId xmlns:p14="http://schemas.microsoft.com/office/powerpoint/2010/main" val="3459651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C67AC-22AA-5DDB-7146-0FA34ECF83D8}"/>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8715EF4B-C332-059C-1549-67F664C3C3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A104A6-6028-70C2-DC1D-35706D205F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FE67EB78-6BB6-D182-9E9F-C6724D8B91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7D8D1F9-14D5-05C0-E9B2-E860AAD6C5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A8AD1A24-D631-66FD-B66B-0164616DDC6A}"/>
              </a:ext>
            </a:extLst>
          </p:cNvPr>
          <p:cNvSpPr>
            <a:spLocks noGrp="1"/>
          </p:cNvSpPr>
          <p:nvPr>
            <p:ph type="dt" sz="half" idx="10"/>
          </p:nvPr>
        </p:nvSpPr>
        <p:spPr/>
        <p:txBody>
          <a:bodyPr/>
          <a:lstStyle/>
          <a:p>
            <a:fld id="{A64797A0-AEC7-4C2B-B4F7-55B021DC3552}" type="datetimeFigureOut">
              <a:rPr lang="en-SG" smtClean="0"/>
              <a:t>20/5/25</a:t>
            </a:fld>
            <a:endParaRPr lang="en-SG"/>
          </a:p>
        </p:txBody>
      </p:sp>
      <p:sp>
        <p:nvSpPr>
          <p:cNvPr id="8" name="Footer Placeholder 7">
            <a:extLst>
              <a:ext uri="{FF2B5EF4-FFF2-40B4-BE49-F238E27FC236}">
                <a16:creationId xmlns:a16="http://schemas.microsoft.com/office/drawing/2014/main" id="{2A03FAB2-E003-6ADB-F558-102B67B5EAB9}"/>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D4A27FE6-31A3-2EAB-164C-818DA005A877}"/>
              </a:ext>
            </a:extLst>
          </p:cNvPr>
          <p:cNvSpPr>
            <a:spLocks noGrp="1"/>
          </p:cNvSpPr>
          <p:nvPr>
            <p:ph type="sldNum" sz="quarter" idx="12"/>
          </p:nvPr>
        </p:nvSpPr>
        <p:spPr/>
        <p:txBody>
          <a:bodyPr/>
          <a:lstStyle/>
          <a:p>
            <a:fld id="{1E23A581-EE6E-4EEC-A5B2-F121D916C3D1}" type="slidenum">
              <a:rPr lang="en-SG" smtClean="0"/>
              <a:t>‹#›</a:t>
            </a:fld>
            <a:endParaRPr lang="en-SG"/>
          </a:p>
        </p:txBody>
      </p:sp>
    </p:spTree>
    <p:extLst>
      <p:ext uri="{BB962C8B-B14F-4D97-AF65-F5344CB8AC3E}">
        <p14:creationId xmlns:p14="http://schemas.microsoft.com/office/powerpoint/2010/main" val="30447335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B9547-CB11-6EDD-4064-C9A30FDA04A1}"/>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F56527FC-EBBE-EB0B-4E4F-76F641EE1A0D}"/>
              </a:ext>
            </a:extLst>
          </p:cNvPr>
          <p:cNvSpPr>
            <a:spLocks noGrp="1"/>
          </p:cNvSpPr>
          <p:nvPr>
            <p:ph type="dt" sz="half" idx="10"/>
          </p:nvPr>
        </p:nvSpPr>
        <p:spPr/>
        <p:txBody>
          <a:bodyPr/>
          <a:lstStyle/>
          <a:p>
            <a:fld id="{A64797A0-AEC7-4C2B-B4F7-55B021DC3552}" type="datetimeFigureOut">
              <a:rPr lang="en-SG" smtClean="0"/>
              <a:t>20/5/25</a:t>
            </a:fld>
            <a:endParaRPr lang="en-SG"/>
          </a:p>
        </p:txBody>
      </p:sp>
      <p:sp>
        <p:nvSpPr>
          <p:cNvPr id="4" name="Footer Placeholder 3">
            <a:extLst>
              <a:ext uri="{FF2B5EF4-FFF2-40B4-BE49-F238E27FC236}">
                <a16:creationId xmlns:a16="http://schemas.microsoft.com/office/drawing/2014/main" id="{53A4BEE0-397B-EBEB-7E63-F396E4BB8844}"/>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93F4362E-2694-34B2-0F78-CABEAFB38374}"/>
              </a:ext>
            </a:extLst>
          </p:cNvPr>
          <p:cNvSpPr>
            <a:spLocks noGrp="1"/>
          </p:cNvSpPr>
          <p:nvPr>
            <p:ph type="sldNum" sz="quarter" idx="12"/>
          </p:nvPr>
        </p:nvSpPr>
        <p:spPr/>
        <p:txBody>
          <a:bodyPr/>
          <a:lstStyle/>
          <a:p>
            <a:fld id="{1E23A581-EE6E-4EEC-A5B2-F121D916C3D1}" type="slidenum">
              <a:rPr lang="en-SG" smtClean="0"/>
              <a:t>‹#›</a:t>
            </a:fld>
            <a:endParaRPr lang="en-SG"/>
          </a:p>
        </p:txBody>
      </p:sp>
    </p:spTree>
    <p:extLst>
      <p:ext uri="{BB962C8B-B14F-4D97-AF65-F5344CB8AC3E}">
        <p14:creationId xmlns:p14="http://schemas.microsoft.com/office/powerpoint/2010/main" val="3362971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363D60F-D8CA-F252-3CB9-29DBFDE9E711}"/>
              </a:ext>
            </a:extLst>
          </p:cNvPr>
          <p:cNvSpPr>
            <a:spLocks noGrp="1"/>
          </p:cNvSpPr>
          <p:nvPr>
            <p:ph type="dt" sz="half" idx="10"/>
          </p:nvPr>
        </p:nvSpPr>
        <p:spPr/>
        <p:txBody>
          <a:bodyPr/>
          <a:lstStyle/>
          <a:p>
            <a:fld id="{A64797A0-AEC7-4C2B-B4F7-55B021DC3552}" type="datetimeFigureOut">
              <a:rPr lang="en-SG" smtClean="0"/>
              <a:t>20/5/25</a:t>
            </a:fld>
            <a:endParaRPr lang="en-SG"/>
          </a:p>
        </p:txBody>
      </p:sp>
      <p:sp>
        <p:nvSpPr>
          <p:cNvPr id="3" name="Footer Placeholder 2">
            <a:extLst>
              <a:ext uri="{FF2B5EF4-FFF2-40B4-BE49-F238E27FC236}">
                <a16:creationId xmlns:a16="http://schemas.microsoft.com/office/drawing/2014/main" id="{F8249F32-94C1-9AF0-CD5D-9C4539F0EF29}"/>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58679C7B-9CB6-ECEB-089F-CBCC4965D787}"/>
              </a:ext>
            </a:extLst>
          </p:cNvPr>
          <p:cNvSpPr>
            <a:spLocks noGrp="1"/>
          </p:cNvSpPr>
          <p:nvPr>
            <p:ph type="sldNum" sz="quarter" idx="12"/>
          </p:nvPr>
        </p:nvSpPr>
        <p:spPr/>
        <p:txBody>
          <a:bodyPr/>
          <a:lstStyle/>
          <a:p>
            <a:fld id="{1E23A581-EE6E-4EEC-A5B2-F121D916C3D1}" type="slidenum">
              <a:rPr lang="en-SG" smtClean="0"/>
              <a:t>‹#›</a:t>
            </a:fld>
            <a:endParaRPr lang="en-SG"/>
          </a:p>
        </p:txBody>
      </p:sp>
    </p:spTree>
    <p:extLst>
      <p:ext uri="{BB962C8B-B14F-4D97-AF65-F5344CB8AC3E}">
        <p14:creationId xmlns:p14="http://schemas.microsoft.com/office/powerpoint/2010/main" val="24579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F5E96-94D4-6F33-2903-FA550ACEA3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1744D9A8-4195-2F75-4B07-DFAC604890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4EC09FD4-0A15-CD0B-63FB-DF8B22E84D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53F611-810A-0795-A604-4F9C2CA5FE93}"/>
              </a:ext>
            </a:extLst>
          </p:cNvPr>
          <p:cNvSpPr>
            <a:spLocks noGrp="1"/>
          </p:cNvSpPr>
          <p:nvPr>
            <p:ph type="dt" sz="half" idx="10"/>
          </p:nvPr>
        </p:nvSpPr>
        <p:spPr/>
        <p:txBody>
          <a:bodyPr/>
          <a:lstStyle/>
          <a:p>
            <a:fld id="{A64797A0-AEC7-4C2B-B4F7-55B021DC3552}" type="datetimeFigureOut">
              <a:rPr lang="en-SG" smtClean="0"/>
              <a:t>20/5/25</a:t>
            </a:fld>
            <a:endParaRPr lang="en-SG"/>
          </a:p>
        </p:txBody>
      </p:sp>
      <p:sp>
        <p:nvSpPr>
          <p:cNvPr id="6" name="Footer Placeholder 5">
            <a:extLst>
              <a:ext uri="{FF2B5EF4-FFF2-40B4-BE49-F238E27FC236}">
                <a16:creationId xmlns:a16="http://schemas.microsoft.com/office/drawing/2014/main" id="{1F8BBCB9-2951-AD68-9F11-2106282D0527}"/>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59A60AFD-C2BE-5E2C-8F56-747BCEFC4A78}"/>
              </a:ext>
            </a:extLst>
          </p:cNvPr>
          <p:cNvSpPr>
            <a:spLocks noGrp="1"/>
          </p:cNvSpPr>
          <p:nvPr>
            <p:ph type="sldNum" sz="quarter" idx="12"/>
          </p:nvPr>
        </p:nvSpPr>
        <p:spPr/>
        <p:txBody>
          <a:bodyPr/>
          <a:lstStyle/>
          <a:p>
            <a:fld id="{1E23A581-EE6E-4EEC-A5B2-F121D916C3D1}" type="slidenum">
              <a:rPr lang="en-SG" smtClean="0"/>
              <a:t>‹#›</a:t>
            </a:fld>
            <a:endParaRPr lang="en-SG"/>
          </a:p>
        </p:txBody>
      </p:sp>
    </p:spTree>
    <p:extLst>
      <p:ext uri="{BB962C8B-B14F-4D97-AF65-F5344CB8AC3E}">
        <p14:creationId xmlns:p14="http://schemas.microsoft.com/office/powerpoint/2010/main" val="6065238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BF978-7597-F3AC-345B-3E525D5509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C50FE68A-247A-0D3C-08C6-1A08650E38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62C724A0-7A1F-3C9C-A74E-BC7B2E74E5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45C959-4EEC-0D3F-3870-131566AB226C}"/>
              </a:ext>
            </a:extLst>
          </p:cNvPr>
          <p:cNvSpPr>
            <a:spLocks noGrp="1"/>
          </p:cNvSpPr>
          <p:nvPr>
            <p:ph type="dt" sz="half" idx="10"/>
          </p:nvPr>
        </p:nvSpPr>
        <p:spPr/>
        <p:txBody>
          <a:bodyPr/>
          <a:lstStyle/>
          <a:p>
            <a:fld id="{A64797A0-AEC7-4C2B-B4F7-55B021DC3552}" type="datetimeFigureOut">
              <a:rPr lang="en-SG" smtClean="0"/>
              <a:t>20/5/25</a:t>
            </a:fld>
            <a:endParaRPr lang="en-SG"/>
          </a:p>
        </p:txBody>
      </p:sp>
      <p:sp>
        <p:nvSpPr>
          <p:cNvPr id="6" name="Footer Placeholder 5">
            <a:extLst>
              <a:ext uri="{FF2B5EF4-FFF2-40B4-BE49-F238E27FC236}">
                <a16:creationId xmlns:a16="http://schemas.microsoft.com/office/drawing/2014/main" id="{DEE7370A-84B2-E2B2-9A2E-F66D2ABCDD02}"/>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EED7BBDF-15FB-1151-E107-6F7F54EBC7D3}"/>
              </a:ext>
            </a:extLst>
          </p:cNvPr>
          <p:cNvSpPr>
            <a:spLocks noGrp="1"/>
          </p:cNvSpPr>
          <p:nvPr>
            <p:ph type="sldNum" sz="quarter" idx="12"/>
          </p:nvPr>
        </p:nvSpPr>
        <p:spPr/>
        <p:txBody>
          <a:bodyPr/>
          <a:lstStyle/>
          <a:p>
            <a:fld id="{1E23A581-EE6E-4EEC-A5B2-F121D916C3D1}" type="slidenum">
              <a:rPr lang="en-SG" smtClean="0"/>
              <a:t>‹#›</a:t>
            </a:fld>
            <a:endParaRPr lang="en-SG"/>
          </a:p>
        </p:txBody>
      </p:sp>
    </p:spTree>
    <p:extLst>
      <p:ext uri="{BB962C8B-B14F-4D97-AF65-F5344CB8AC3E}">
        <p14:creationId xmlns:p14="http://schemas.microsoft.com/office/powerpoint/2010/main" val="1138060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58E89-B1E8-19AD-E04D-9DFDA9486BAC}"/>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27A9D012-E778-589F-6175-7605BCCF16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0298A965-45B6-1C37-CB8D-2233DF8AD1FD}"/>
              </a:ext>
            </a:extLst>
          </p:cNvPr>
          <p:cNvSpPr>
            <a:spLocks noGrp="1"/>
          </p:cNvSpPr>
          <p:nvPr>
            <p:ph type="dt" sz="half" idx="10"/>
          </p:nvPr>
        </p:nvSpPr>
        <p:spPr/>
        <p:txBody>
          <a:bodyPr/>
          <a:lstStyle/>
          <a:p>
            <a:fld id="{A64797A0-AEC7-4C2B-B4F7-55B021DC3552}" type="datetimeFigureOut">
              <a:rPr lang="en-SG" smtClean="0"/>
              <a:t>20/5/25</a:t>
            </a:fld>
            <a:endParaRPr lang="en-SG"/>
          </a:p>
        </p:txBody>
      </p:sp>
      <p:sp>
        <p:nvSpPr>
          <p:cNvPr id="5" name="Footer Placeholder 4">
            <a:extLst>
              <a:ext uri="{FF2B5EF4-FFF2-40B4-BE49-F238E27FC236}">
                <a16:creationId xmlns:a16="http://schemas.microsoft.com/office/drawing/2014/main" id="{F5B66CDF-64F4-9254-1BB4-79F802C2CD75}"/>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04B506B-255B-C642-AD23-30E9AA1B527C}"/>
              </a:ext>
            </a:extLst>
          </p:cNvPr>
          <p:cNvSpPr>
            <a:spLocks noGrp="1"/>
          </p:cNvSpPr>
          <p:nvPr>
            <p:ph type="sldNum" sz="quarter" idx="12"/>
          </p:nvPr>
        </p:nvSpPr>
        <p:spPr/>
        <p:txBody>
          <a:bodyPr/>
          <a:lstStyle/>
          <a:p>
            <a:fld id="{1E23A581-EE6E-4EEC-A5B2-F121D916C3D1}" type="slidenum">
              <a:rPr lang="en-SG" smtClean="0"/>
              <a:t>‹#›</a:t>
            </a:fld>
            <a:endParaRPr lang="en-SG"/>
          </a:p>
        </p:txBody>
      </p:sp>
    </p:spTree>
    <p:extLst>
      <p:ext uri="{BB962C8B-B14F-4D97-AF65-F5344CB8AC3E}">
        <p14:creationId xmlns:p14="http://schemas.microsoft.com/office/powerpoint/2010/main" val="3759635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688509-DCF0-375A-E5D6-3232168D493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317C3BEC-A94D-D5C1-2354-629B2B53B0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0A00DABA-C341-5633-70C6-9427054EB0D1}"/>
              </a:ext>
            </a:extLst>
          </p:cNvPr>
          <p:cNvSpPr>
            <a:spLocks noGrp="1"/>
          </p:cNvSpPr>
          <p:nvPr>
            <p:ph type="dt" sz="half" idx="10"/>
          </p:nvPr>
        </p:nvSpPr>
        <p:spPr/>
        <p:txBody>
          <a:bodyPr/>
          <a:lstStyle/>
          <a:p>
            <a:fld id="{A64797A0-AEC7-4C2B-B4F7-55B021DC3552}" type="datetimeFigureOut">
              <a:rPr lang="en-SG" smtClean="0"/>
              <a:t>20/5/25</a:t>
            </a:fld>
            <a:endParaRPr lang="en-SG"/>
          </a:p>
        </p:txBody>
      </p:sp>
      <p:sp>
        <p:nvSpPr>
          <p:cNvPr id="5" name="Footer Placeholder 4">
            <a:extLst>
              <a:ext uri="{FF2B5EF4-FFF2-40B4-BE49-F238E27FC236}">
                <a16:creationId xmlns:a16="http://schemas.microsoft.com/office/drawing/2014/main" id="{9E3F7D09-BCB5-DEC0-D771-DB7DCBC25F91}"/>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212C5B0A-5608-5771-019B-0EB02C20F340}"/>
              </a:ext>
            </a:extLst>
          </p:cNvPr>
          <p:cNvSpPr>
            <a:spLocks noGrp="1"/>
          </p:cNvSpPr>
          <p:nvPr>
            <p:ph type="sldNum" sz="quarter" idx="12"/>
          </p:nvPr>
        </p:nvSpPr>
        <p:spPr/>
        <p:txBody>
          <a:bodyPr/>
          <a:lstStyle/>
          <a:p>
            <a:fld id="{1E23A581-EE6E-4EEC-A5B2-F121D916C3D1}" type="slidenum">
              <a:rPr lang="en-SG" smtClean="0"/>
              <a:t>‹#›</a:t>
            </a:fld>
            <a:endParaRPr lang="en-SG"/>
          </a:p>
        </p:txBody>
      </p:sp>
    </p:spTree>
    <p:extLst>
      <p:ext uri="{BB962C8B-B14F-4D97-AF65-F5344CB8AC3E}">
        <p14:creationId xmlns:p14="http://schemas.microsoft.com/office/powerpoint/2010/main" val="1080530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1B4068-615F-A697-5429-19C8176600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E139E46A-804E-5A97-A958-500AD34259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7FC537D8-7DD7-22CC-163A-791CAC35FF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64797A0-AEC7-4C2B-B4F7-55B021DC3552}" type="datetimeFigureOut">
              <a:rPr lang="en-SG" smtClean="0"/>
              <a:t>20/5/25</a:t>
            </a:fld>
            <a:endParaRPr lang="en-SG"/>
          </a:p>
        </p:txBody>
      </p:sp>
      <p:sp>
        <p:nvSpPr>
          <p:cNvPr id="5" name="Footer Placeholder 4">
            <a:extLst>
              <a:ext uri="{FF2B5EF4-FFF2-40B4-BE49-F238E27FC236}">
                <a16:creationId xmlns:a16="http://schemas.microsoft.com/office/drawing/2014/main" id="{97F0D1B2-E0BA-0E5F-900B-72D8DE8B73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090728C6-8457-C6CA-8B90-517744B15C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E23A581-EE6E-4EEC-A5B2-F121D916C3D1}" type="slidenum">
              <a:rPr lang="en-SG" smtClean="0"/>
              <a:t>‹#›</a:t>
            </a:fld>
            <a:endParaRPr lang="en-SG"/>
          </a:p>
        </p:txBody>
      </p:sp>
    </p:spTree>
    <p:extLst>
      <p:ext uri="{BB962C8B-B14F-4D97-AF65-F5344CB8AC3E}">
        <p14:creationId xmlns:p14="http://schemas.microsoft.com/office/powerpoint/2010/main" val="6663310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11/relationships/webextension" Target="../webextensions/webextension1.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microsoft.com/office/2011/relationships/webextension" Target="../webextensions/webextension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11/relationships/webextension" Target="../webextensions/webextension3.xm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microsoft.com/office/2011/relationships/webextension" Target="../webextensions/webextension4.xm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microsoft.com/office/2011/relationships/webextension" Target="../webextensions/webextension5.xm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5.jpeg"/></Relationships>
</file>

<file path=ppt/slides/_rels/slide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hyperlink" Target="https://www.mcgoo.com.au/esbuilder/viewer/viewES.php?es=fafda49d9cfda30a20a29a35bab10834&#8203;" TargetMode="External"/><Relationship Id="rId5" Type="http://schemas.openxmlformats.org/officeDocument/2006/relationships/image" Target="../media/image2.sv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E17155-F6BA-EACD-B432-BFF3B7F1F6A7}"/>
              </a:ext>
            </a:extLst>
          </p:cNvPr>
          <p:cNvSpPr txBox="1">
            <a:spLocks/>
          </p:cNvSpPr>
          <p:nvPr/>
        </p:nvSpPr>
        <p:spPr>
          <a:xfrm>
            <a:off x="2917120" y="1715034"/>
            <a:ext cx="6363894" cy="3298102"/>
          </a:xfrm>
          <a:prstGeom prst="rect">
            <a:avLst/>
          </a:prstGeom>
        </p:spPr>
        <p:txBody>
          <a:bodyPr lIns="91440" tIns="45720" rIns="91440" bIns="4572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a:solidFill>
                  <a:schemeClr val="accent2"/>
                </a:solidFill>
                <a:latin typeface="American Typewriter Condensed L"/>
                <a:ea typeface="ADLaM Display"/>
                <a:cs typeface="ADLaM Display"/>
              </a:rPr>
              <a:t>Knowledge and Information Engineering</a:t>
            </a:r>
          </a:p>
          <a:p>
            <a:endParaRPr lang="en-US" sz="5400">
              <a:solidFill>
                <a:schemeClr val="accent2"/>
              </a:solidFill>
              <a:latin typeface="American Typewriter Condensed L"/>
              <a:ea typeface="ADLaM Display"/>
              <a:cs typeface="ADLaM Display"/>
            </a:endParaRPr>
          </a:p>
        </p:txBody>
      </p:sp>
      <p:sp>
        <p:nvSpPr>
          <p:cNvPr id="4" name="Title 1">
            <a:extLst>
              <a:ext uri="{FF2B5EF4-FFF2-40B4-BE49-F238E27FC236}">
                <a16:creationId xmlns:a16="http://schemas.microsoft.com/office/drawing/2014/main" id="{0AA92ED5-17C7-A370-9761-AC7617B8C4BD}"/>
              </a:ext>
            </a:extLst>
          </p:cNvPr>
          <p:cNvSpPr txBox="1">
            <a:spLocks/>
          </p:cNvSpPr>
          <p:nvPr/>
        </p:nvSpPr>
        <p:spPr>
          <a:xfrm>
            <a:off x="2917119" y="2495395"/>
            <a:ext cx="6363894" cy="3298102"/>
          </a:xfrm>
          <a:prstGeom prst="rect">
            <a:avLst/>
          </a:prstGeom>
        </p:spPr>
        <p:txBody>
          <a:bodyPr lIns="91440" tIns="45720" rIns="91440" bIns="4572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a:solidFill>
                  <a:schemeClr val="tx1">
                    <a:lumMod val="65000"/>
                    <a:lumOff val="35000"/>
                  </a:schemeClr>
                </a:solidFill>
                <a:latin typeface="Arial"/>
                <a:ea typeface="ADLaM Display"/>
                <a:cs typeface="ADLaM Display"/>
              </a:rPr>
              <a:t>Assignment 2 Presentation by Team 4</a:t>
            </a:r>
          </a:p>
          <a:p>
            <a:endParaRPr lang="en-US" sz="2400" b="1">
              <a:solidFill>
                <a:srgbClr val="000000"/>
              </a:solidFill>
              <a:latin typeface="Arial"/>
              <a:ea typeface="ADLaM Display"/>
              <a:cs typeface="ADLaM Display"/>
            </a:endParaRPr>
          </a:p>
          <a:p>
            <a:endParaRPr lang="en-US" sz="5400">
              <a:solidFill>
                <a:schemeClr val="accent2"/>
              </a:solidFill>
              <a:latin typeface="American Typewriter Condensed L"/>
              <a:ea typeface="ADLaM Display"/>
              <a:cs typeface="ADLaM Display"/>
            </a:endParaRPr>
          </a:p>
        </p:txBody>
      </p:sp>
      <p:sp>
        <p:nvSpPr>
          <p:cNvPr id="6" name="Freeform 3">
            <a:extLst>
              <a:ext uri="{FF2B5EF4-FFF2-40B4-BE49-F238E27FC236}">
                <a16:creationId xmlns:a16="http://schemas.microsoft.com/office/drawing/2014/main" id="{5DD2BF9A-28B8-80CE-4E72-833E477E0015}"/>
              </a:ext>
            </a:extLst>
          </p:cNvPr>
          <p:cNvSpPr/>
          <p:nvPr/>
        </p:nvSpPr>
        <p:spPr>
          <a:xfrm rot="10800000">
            <a:off x="-1295740" y="-3845791"/>
            <a:ext cx="3963082" cy="4531591"/>
          </a:xfrm>
          <a:custGeom>
            <a:avLst/>
            <a:gdLst/>
            <a:ahLst/>
            <a:cxnLst/>
            <a:rect l="l" t="t" r="r" b="b"/>
            <a:pathLst>
              <a:path w="5944623" h="6797386">
                <a:moveTo>
                  <a:pt x="0" y="0"/>
                </a:moveTo>
                <a:lnTo>
                  <a:pt x="5944622" y="0"/>
                </a:lnTo>
                <a:lnTo>
                  <a:pt x="5944622" y="6797386"/>
                </a:lnTo>
                <a:lnTo>
                  <a:pt x="0" y="679738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sz="1200"/>
          </a:p>
        </p:txBody>
      </p:sp>
      <p:sp>
        <p:nvSpPr>
          <p:cNvPr id="8" name="Freeform 7">
            <a:extLst>
              <a:ext uri="{FF2B5EF4-FFF2-40B4-BE49-F238E27FC236}">
                <a16:creationId xmlns:a16="http://schemas.microsoft.com/office/drawing/2014/main" id="{EE7CF857-1B50-7A1F-E00D-745D1184F84D}"/>
              </a:ext>
            </a:extLst>
          </p:cNvPr>
          <p:cNvSpPr/>
          <p:nvPr/>
        </p:nvSpPr>
        <p:spPr>
          <a:xfrm rot="10800000">
            <a:off x="-3422778" y="-877744"/>
            <a:ext cx="3963082" cy="4531591"/>
          </a:xfrm>
          <a:custGeom>
            <a:avLst/>
            <a:gdLst/>
            <a:ahLst/>
            <a:cxnLst/>
            <a:rect l="l" t="t" r="r" b="b"/>
            <a:pathLst>
              <a:path w="5944623" h="6797386">
                <a:moveTo>
                  <a:pt x="0" y="0"/>
                </a:moveTo>
                <a:lnTo>
                  <a:pt x="5944622" y="0"/>
                </a:lnTo>
                <a:lnTo>
                  <a:pt x="5944622" y="6797385"/>
                </a:lnTo>
                <a:lnTo>
                  <a:pt x="0" y="679738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sz="1200"/>
          </a:p>
        </p:txBody>
      </p:sp>
      <p:sp>
        <p:nvSpPr>
          <p:cNvPr id="10" name="Freeform 2">
            <a:extLst>
              <a:ext uri="{FF2B5EF4-FFF2-40B4-BE49-F238E27FC236}">
                <a16:creationId xmlns:a16="http://schemas.microsoft.com/office/drawing/2014/main" id="{D6F69B60-990C-FD48-8C52-7F134CB06DAD}"/>
              </a:ext>
            </a:extLst>
          </p:cNvPr>
          <p:cNvSpPr/>
          <p:nvPr/>
        </p:nvSpPr>
        <p:spPr>
          <a:xfrm rot="10800000">
            <a:off x="-414552" y="3653846"/>
            <a:ext cx="3406153" cy="3406153"/>
          </a:xfrm>
          <a:custGeom>
            <a:avLst/>
            <a:gdLst/>
            <a:ahLst/>
            <a:cxnLst/>
            <a:rect l="l" t="t" r="r" b="b"/>
            <a:pathLst>
              <a:path w="5109230" h="5109230">
                <a:moveTo>
                  <a:pt x="0" y="0"/>
                </a:moveTo>
                <a:lnTo>
                  <a:pt x="5109230" y="0"/>
                </a:lnTo>
                <a:lnTo>
                  <a:pt x="5109230" y="5109230"/>
                </a:lnTo>
                <a:lnTo>
                  <a:pt x="0" y="51092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sz="1200"/>
          </a:p>
        </p:txBody>
      </p:sp>
      <p:sp>
        <p:nvSpPr>
          <p:cNvPr id="12" name="Freeform 5">
            <a:extLst>
              <a:ext uri="{FF2B5EF4-FFF2-40B4-BE49-F238E27FC236}">
                <a16:creationId xmlns:a16="http://schemas.microsoft.com/office/drawing/2014/main" id="{9495A699-07A9-F757-A429-79C61EC2EB7F}"/>
              </a:ext>
            </a:extLst>
          </p:cNvPr>
          <p:cNvSpPr/>
          <p:nvPr/>
        </p:nvSpPr>
        <p:spPr>
          <a:xfrm>
            <a:off x="9200399" y="-262184"/>
            <a:ext cx="3406153" cy="3406153"/>
          </a:xfrm>
          <a:custGeom>
            <a:avLst/>
            <a:gdLst/>
            <a:ahLst/>
            <a:cxnLst/>
            <a:rect l="l" t="t" r="r" b="b"/>
            <a:pathLst>
              <a:path w="5109230" h="5109230">
                <a:moveTo>
                  <a:pt x="0" y="0"/>
                </a:moveTo>
                <a:lnTo>
                  <a:pt x="5109230" y="0"/>
                </a:lnTo>
                <a:lnTo>
                  <a:pt x="5109230" y="5109230"/>
                </a:lnTo>
                <a:lnTo>
                  <a:pt x="0" y="51092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sz="1200"/>
          </a:p>
        </p:txBody>
      </p:sp>
      <p:sp>
        <p:nvSpPr>
          <p:cNvPr id="14" name="Freeform 4">
            <a:extLst>
              <a:ext uri="{FF2B5EF4-FFF2-40B4-BE49-F238E27FC236}">
                <a16:creationId xmlns:a16="http://schemas.microsoft.com/office/drawing/2014/main" id="{50882FCC-7404-D734-8FE6-97C9431E8FE3}"/>
              </a:ext>
            </a:extLst>
          </p:cNvPr>
          <p:cNvSpPr/>
          <p:nvPr/>
        </p:nvSpPr>
        <p:spPr>
          <a:xfrm rot="10800000" flipH="1" flipV="1">
            <a:off x="9524660" y="6172200"/>
            <a:ext cx="3963082" cy="4531591"/>
          </a:xfrm>
          <a:custGeom>
            <a:avLst/>
            <a:gdLst/>
            <a:ahLst/>
            <a:cxnLst/>
            <a:rect l="l" t="t" r="r" b="b"/>
            <a:pathLst>
              <a:path w="5944623" h="6797386">
                <a:moveTo>
                  <a:pt x="5944622" y="6797386"/>
                </a:moveTo>
                <a:lnTo>
                  <a:pt x="0" y="6797386"/>
                </a:lnTo>
                <a:lnTo>
                  <a:pt x="0" y="0"/>
                </a:lnTo>
                <a:lnTo>
                  <a:pt x="5944622" y="0"/>
                </a:lnTo>
                <a:lnTo>
                  <a:pt x="5944622" y="6797386"/>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sz="1200"/>
          </a:p>
        </p:txBody>
      </p:sp>
      <p:sp>
        <p:nvSpPr>
          <p:cNvPr id="16" name="Freeform 6">
            <a:extLst>
              <a:ext uri="{FF2B5EF4-FFF2-40B4-BE49-F238E27FC236}">
                <a16:creationId xmlns:a16="http://schemas.microsoft.com/office/drawing/2014/main" id="{F85CB12A-1F95-EE91-7BCA-D8814B2595F2}"/>
              </a:ext>
            </a:extLst>
          </p:cNvPr>
          <p:cNvSpPr/>
          <p:nvPr/>
        </p:nvSpPr>
        <p:spPr>
          <a:xfrm rot="10800000" flipH="1" flipV="1">
            <a:off x="11559844" y="3268919"/>
            <a:ext cx="3963082" cy="4531591"/>
          </a:xfrm>
          <a:custGeom>
            <a:avLst/>
            <a:gdLst/>
            <a:ahLst/>
            <a:cxnLst/>
            <a:rect l="l" t="t" r="r" b="b"/>
            <a:pathLst>
              <a:path w="5944623" h="6797386">
                <a:moveTo>
                  <a:pt x="5944622" y="6797386"/>
                </a:moveTo>
                <a:lnTo>
                  <a:pt x="0" y="6797386"/>
                </a:lnTo>
                <a:lnTo>
                  <a:pt x="0" y="0"/>
                </a:lnTo>
                <a:lnTo>
                  <a:pt x="5944622" y="0"/>
                </a:lnTo>
                <a:lnTo>
                  <a:pt x="5944622" y="6797386"/>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sz="1200"/>
          </a:p>
        </p:txBody>
      </p:sp>
    </p:spTree>
    <p:extLst>
      <p:ext uri="{BB962C8B-B14F-4D97-AF65-F5344CB8AC3E}">
        <p14:creationId xmlns:p14="http://schemas.microsoft.com/office/powerpoint/2010/main" val="518187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414552" y="3653846"/>
            <a:ext cx="3406153" cy="3406153"/>
          </a:xfrm>
          <a:custGeom>
            <a:avLst/>
            <a:gdLst/>
            <a:ahLst/>
            <a:cxnLst/>
            <a:rect l="l" t="t" r="r" b="b"/>
            <a:pathLst>
              <a:path w="5109230" h="5109230">
                <a:moveTo>
                  <a:pt x="0" y="0"/>
                </a:moveTo>
                <a:lnTo>
                  <a:pt x="5109230" y="0"/>
                </a:lnTo>
                <a:lnTo>
                  <a:pt x="5109230" y="5109230"/>
                </a:lnTo>
                <a:lnTo>
                  <a:pt x="0" y="51092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1200"/>
          </a:p>
        </p:txBody>
      </p:sp>
      <p:sp>
        <p:nvSpPr>
          <p:cNvPr id="3" name="Freeform 3"/>
          <p:cNvSpPr/>
          <p:nvPr/>
        </p:nvSpPr>
        <p:spPr>
          <a:xfrm rot="-10800000">
            <a:off x="-1295740" y="-3845791"/>
            <a:ext cx="3963082" cy="4531591"/>
          </a:xfrm>
          <a:custGeom>
            <a:avLst/>
            <a:gdLst/>
            <a:ahLst/>
            <a:cxnLst/>
            <a:rect l="l" t="t" r="r" b="b"/>
            <a:pathLst>
              <a:path w="5944623" h="6797386">
                <a:moveTo>
                  <a:pt x="0" y="0"/>
                </a:moveTo>
                <a:lnTo>
                  <a:pt x="5944622" y="0"/>
                </a:lnTo>
                <a:lnTo>
                  <a:pt x="5944622" y="6797386"/>
                </a:lnTo>
                <a:lnTo>
                  <a:pt x="0" y="6797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1200"/>
          </a:p>
        </p:txBody>
      </p:sp>
      <p:sp>
        <p:nvSpPr>
          <p:cNvPr id="4" name="Freeform 4"/>
          <p:cNvSpPr/>
          <p:nvPr/>
        </p:nvSpPr>
        <p:spPr>
          <a:xfrm rot="-10800000" flipH="1" flipV="1">
            <a:off x="9524660" y="6172200"/>
            <a:ext cx="3963082" cy="4531591"/>
          </a:xfrm>
          <a:custGeom>
            <a:avLst/>
            <a:gdLst/>
            <a:ahLst/>
            <a:cxnLst/>
            <a:rect l="l" t="t" r="r" b="b"/>
            <a:pathLst>
              <a:path w="5944623" h="6797386">
                <a:moveTo>
                  <a:pt x="5944622" y="6797386"/>
                </a:moveTo>
                <a:lnTo>
                  <a:pt x="0" y="6797386"/>
                </a:lnTo>
                <a:lnTo>
                  <a:pt x="0" y="0"/>
                </a:lnTo>
                <a:lnTo>
                  <a:pt x="5944622" y="0"/>
                </a:lnTo>
                <a:lnTo>
                  <a:pt x="5944622" y="6797386"/>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1200"/>
          </a:p>
        </p:txBody>
      </p:sp>
      <p:sp>
        <p:nvSpPr>
          <p:cNvPr id="5" name="Freeform 5"/>
          <p:cNvSpPr/>
          <p:nvPr/>
        </p:nvSpPr>
        <p:spPr>
          <a:xfrm>
            <a:off x="9200399" y="-262184"/>
            <a:ext cx="3406153" cy="3406153"/>
          </a:xfrm>
          <a:custGeom>
            <a:avLst/>
            <a:gdLst/>
            <a:ahLst/>
            <a:cxnLst/>
            <a:rect l="l" t="t" r="r" b="b"/>
            <a:pathLst>
              <a:path w="5109230" h="5109230">
                <a:moveTo>
                  <a:pt x="0" y="0"/>
                </a:moveTo>
                <a:lnTo>
                  <a:pt x="5109230" y="0"/>
                </a:lnTo>
                <a:lnTo>
                  <a:pt x="5109230" y="5109230"/>
                </a:lnTo>
                <a:lnTo>
                  <a:pt x="0" y="51092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1200"/>
          </a:p>
        </p:txBody>
      </p:sp>
      <p:sp>
        <p:nvSpPr>
          <p:cNvPr id="6" name="Freeform 6"/>
          <p:cNvSpPr/>
          <p:nvPr/>
        </p:nvSpPr>
        <p:spPr>
          <a:xfrm rot="-10800000" flipH="1" flipV="1">
            <a:off x="11559844" y="3268919"/>
            <a:ext cx="3963082" cy="4531591"/>
          </a:xfrm>
          <a:custGeom>
            <a:avLst/>
            <a:gdLst/>
            <a:ahLst/>
            <a:cxnLst/>
            <a:rect l="l" t="t" r="r" b="b"/>
            <a:pathLst>
              <a:path w="5944623" h="6797386">
                <a:moveTo>
                  <a:pt x="5944622" y="6797386"/>
                </a:moveTo>
                <a:lnTo>
                  <a:pt x="0" y="6797386"/>
                </a:lnTo>
                <a:lnTo>
                  <a:pt x="0" y="0"/>
                </a:lnTo>
                <a:lnTo>
                  <a:pt x="5944622" y="0"/>
                </a:lnTo>
                <a:lnTo>
                  <a:pt x="5944622" y="6797386"/>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1200"/>
          </a:p>
        </p:txBody>
      </p:sp>
      <p:sp>
        <p:nvSpPr>
          <p:cNvPr id="7" name="Freeform 7"/>
          <p:cNvSpPr/>
          <p:nvPr/>
        </p:nvSpPr>
        <p:spPr>
          <a:xfrm rot="-10800000">
            <a:off x="-3422778" y="-877744"/>
            <a:ext cx="3963082" cy="4531591"/>
          </a:xfrm>
          <a:custGeom>
            <a:avLst/>
            <a:gdLst/>
            <a:ahLst/>
            <a:cxnLst/>
            <a:rect l="l" t="t" r="r" b="b"/>
            <a:pathLst>
              <a:path w="5944623" h="6797386">
                <a:moveTo>
                  <a:pt x="0" y="0"/>
                </a:moveTo>
                <a:lnTo>
                  <a:pt x="5944622" y="0"/>
                </a:lnTo>
                <a:lnTo>
                  <a:pt x="5944622" y="6797385"/>
                </a:lnTo>
                <a:lnTo>
                  <a:pt x="0" y="67973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1200"/>
          </a:p>
        </p:txBody>
      </p:sp>
      <p:sp>
        <p:nvSpPr>
          <p:cNvPr id="8" name="TextBox 8"/>
          <p:cNvSpPr txBox="1"/>
          <p:nvPr/>
        </p:nvSpPr>
        <p:spPr>
          <a:xfrm>
            <a:off x="3249378" y="4232287"/>
            <a:ext cx="5747441" cy="1840119"/>
          </a:xfrm>
          <a:prstGeom prst="rect">
            <a:avLst/>
          </a:prstGeom>
        </p:spPr>
        <p:txBody>
          <a:bodyPr lIns="0" tIns="0" rIns="0" bIns="0" rtlCol="0" anchor="t">
            <a:spAutoFit/>
          </a:bodyPr>
          <a:lstStyle/>
          <a:p>
            <a:pPr algn="ctr">
              <a:lnSpc>
                <a:spcPts val="7524"/>
              </a:lnSpc>
            </a:pPr>
            <a:r>
              <a:rPr lang="en-US" sz="5374">
                <a:solidFill>
                  <a:srgbClr val="46244C"/>
                </a:solidFill>
                <a:latin typeface="Tex Gyre Termes"/>
                <a:ea typeface="Tex Gyre Termes"/>
                <a:cs typeface="Tex Gyre Termes"/>
                <a:sym typeface="Tex Gyre Termes"/>
              </a:rPr>
              <a:t>Team 4</a:t>
            </a:r>
          </a:p>
          <a:p>
            <a:pPr algn="ctr">
              <a:lnSpc>
                <a:spcPts val="7524"/>
              </a:lnSpc>
            </a:pPr>
            <a:endParaRPr lang="en-US" sz="5374">
              <a:solidFill>
                <a:srgbClr val="46244C"/>
              </a:solidFill>
              <a:latin typeface="Tex Gyre Termes"/>
              <a:ea typeface="Tex Gyre Termes"/>
              <a:cs typeface="Tex Gyre Termes"/>
              <a:sym typeface="Tex Gyre Termes"/>
            </a:endParaRPr>
          </a:p>
        </p:txBody>
      </p:sp>
      <p:sp>
        <p:nvSpPr>
          <p:cNvPr id="9" name="TextBox 9"/>
          <p:cNvSpPr txBox="1"/>
          <p:nvPr/>
        </p:nvSpPr>
        <p:spPr>
          <a:xfrm>
            <a:off x="1315623" y="2535767"/>
            <a:ext cx="9614951" cy="1594988"/>
          </a:xfrm>
          <a:prstGeom prst="rect">
            <a:avLst/>
          </a:prstGeom>
        </p:spPr>
        <p:txBody>
          <a:bodyPr lIns="0" tIns="0" rIns="0" bIns="0" rtlCol="0" anchor="t">
            <a:spAutoFit/>
          </a:bodyPr>
          <a:lstStyle/>
          <a:p>
            <a:pPr algn="ctr">
              <a:lnSpc>
                <a:spcPts val="6533"/>
              </a:lnSpc>
            </a:pPr>
            <a:r>
              <a:rPr lang="en-US" sz="4666">
                <a:solidFill>
                  <a:srgbClr val="46244C"/>
                </a:solidFill>
                <a:latin typeface="TAN Pearl"/>
                <a:ea typeface="TAN Pearl"/>
                <a:cs typeface="TAN Pearl"/>
                <a:sym typeface="TAN Pearl"/>
              </a:rPr>
              <a:t>Knowledge and Information Engineering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414552" y="3653846"/>
            <a:ext cx="3406153" cy="3406153"/>
          </a:xfrm>
          <a:custGeom>
            <a:avLst/>
            <a:gdLst/>
            <a:ahLst/>
            <a:cxnLst/>
            <a:rect l="l" t="t" r="r" b="b"/>
            <a:pathLst>
              <a:path w="5109230" h="5109230">
                <a:moveTo>
                  <a:pt x="0" y="0"/>
                </a:moveTo>
                <a:lnTo>
                  <a:pt x="5109230" y="0"/>
                </a:lnTo>
                <a:lnTo>
                  <a:pt x="5109230" y="5109230"/>
                </a:lnTo>
                <a:lnTo>
                  <a:pt x="0" y="51092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1200"/>
          </a:p>
        </p:txBody>
      </p:sp>
      <p:sp>
        <p:nvSpPr>
          <p:cNvPr id="3" name="Freeform 3"/>
          <p:cNvSpPr/>
          <p:nvPr/>
        </p:nvSpPr>
        <p:spPr>
          <a:xfrm rot="-10800000">
            <a:off x="-1295740" y="-3845791"/>
            <a:ext cx="3963082" cy="4531591"/>
          </a:xfrm>
          <a:custGeom>
            <a:avLst/>
            <a:gdLst/>
            <a:ahLst/>
            <a:cxnLst/>
            <a:rect l="l" t="t" r="r" b="b"/>
            <a:pathLst>
              <a:path w="5944623" h="6797386">
                <a:moveTo>
                  <a:pt x="0" y="0"/>
                </a:moveTo>
                <a:lnTo>
                  <a:pt x="5944622" y="0"/>
                </a:lnTo>
                <a:lnTo>
                  <a:pt x="5944622" y="6797386"/>
                </a:lnTo>
                <a:lnTo>
                  <a:pt x="0" y="6797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1200"/>
          </a:p>
        </p:txBody>
      </p:sp>
      <p:sp>
        <p:nvSpPr>
          <p:cNvPr id="4" name="Freeform 4"/>
          <p:cNvSpPr/>
          <p:nvPr/>
        </p:nvSpPr>
        <p:spPr>
          <a:xfrm rot="-10800000" flipH="1" flipV="1">
            <a:off x="9524660" y="6172200"/>
            <a:ext cx="3963082" cy="4531591"/>
          </a:xfrm>
          <a:custGeom>
            <a:avLst/>
            <a:gdLst/>
            <a:ahLst/>
            <a:cxnLst/>
            <a:rect l="l" t="t" r="r" b="b"/>
            <a:pathLst>
              <a:path w="5944623" h="6797386">
                <a:moveTo>
                  <a:pt x="5944622" y="6797386"/>
                </a:moveTo>
                <a:lnTo>
                  <a:pt x="0" y="6797386"/>
                </a:lnTo>
                <a:lnTo>
                  <a:pt x="0" y="0"/>
                </a:lnTo>
                <a:lnTo>
                  <a:pt x="5944622" y="0"/>
                </a:lnTo>
                <a:lnTo>
                  <a:pt x="5944622" y="6797386"/>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1200"/>
          </a:p>
        </p:txBody>
      </p:sp>
      <p:sp>
        <p:nvSpPr>
          <p:cNvPr id="5" name="Freeform 5"/>
          <p:cNvSpPr/>
          <p:nvPr/>
        </p:nvSpPr>
        <p:spPr>
          <a:xfrm>
            <a:off x="9200399" y="-262184"/>
            <a:ext cx="3406153" cy="3406153"/>
          </a:xfrm>
          <a:custGeom>
            <a:avLst/>
            <a:gdLst/>
            <a:ahLst/>
            <a:cxnLst/>
            <a:rect l="l" t="t" r="r" b="b"/>
            <a:pathLst>
              <a:path w="5109230" h="5109230">
                <a:moveTo>
                  <a:pt x="0" y="0"/>
                </a:moveTo>
                <a:lnTo>
                  <a:pt x="5109230" y="0"/>
                </a:lnTo>
                <a:lnTo>
                  <a:pt x="5109230" y="5109230"/>
                </a:lnTo>
                <a:lnTo>
                  <a:pt x="0" y="51092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1200"/>
          </a:p>
        </p:txBody>
      </p:sp>
      <p:sp>
        <p:nvSpPr>
          <p:cNvPr id="6" name="Freeform 6"/>
          <p:cNvSpPr/>
          <p:nvPr/>
        </p:nvSpPr>
        <p:spPr>
          <a:xfrm rot="-10800000" flipH="1" flipV="1">
            <a:off x="11559844" y="3268919"/>
            <a:ext cx="3963082" cy="4531591"/>
          </a:xfrm>
          <a:custGeom>
            <a:avLst/>
            <a:gdLst/>
            <a:ahLst/>
            <a:cxnLst/>
            <a:rect l="l" t="t" r="r" b="b"/>
            <a:pathLst>
              <a:path w="5944623" h="6797386">
                <a:moveTo>
                  <a:pt x="5944622" y="6797386"/>
                </a:moveTo>
                <a:lnTo>
                  <a:pt x="0" y="6797386"/>
                </a:lnTo>
                <a:lnTo>
                  <a:pt x="0" y="0"/>
                </a:lnTo>
                <a:lnTo>
                  <a:pt x="5944622" y="0"/>
                </a:lnTo>
                <a:lnTo>
                  <a:pt x="5944622" y="6797386"/>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1200"/>
          </a:p>
        </p:txBody>
      </p:sp>
      <p:sp>
        <p:nvSpPr>
          <p:cNvPr id="7" name="Freeform 7"/>
          <p:cNvSpPr/>
          <p:nvPr/>
        </p:nvSpPr>
        <p:spPr>
          <a:xfrm rot="-10800000">
            <a:off x="-3422778" y="-877744"/>
            <a:ext cx="3963082" cy="4531591"/>
          </a:xfrm>
          <a:custGeom>
            <a:avLst/>
            <a:gdLst/>
            <a:ahLst/>
            <a:cxnLst/>
            <a:rect l="l" t="t" r="r" b="b"/>
            <a:pathLst>
              <a:path w="5944623" h="6797386">
                <a:moveTo>
                  <a:pt x="0" y="0"/>
                </a:moveTo>
                <a:lnTo>
                  <a:pt x="5944622" y="0"/>
                </a:lnTo>
                <a:lnTo>
                  <a:pt x="5944622" y="6797385"/>
                </a:lnTo>
                <a:lnTo>
                  <a:pt x="0" y="67973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1200"/>
          </a:p>
        </p:txBody>
      </p:sp>
      <p:sp>
        <p:nvSpPr>
          <p:cNvPr id="8" name="TextBox 8"/>
          <p:cNvSpPr txBox="1"/>
          <p:nvPr/>
        </p:nvSpPr>
        <p:spPr>
          <a:xfrm>
            <a:off x="1876991" y="2963201"/>
            <a:ext cx="8437972" cy="2575962"/>
          </a:xfrm>
          <a:prstGeom prst="rect">
            <a:avLst/>
          </a:prstGeom>
        </p:spPr>
        <p:txBody>
          <a:bodyPr lIns="0" tIns="0" rIns="0" bIns="0" rtlCol="0" anchor="t">
            <a:spAutoFit/>
          </a:bodyPr>
          <a:lstStyle/>
          <a:p>
            <a:pPr algn="ctr">
              <a:lnSpc>
                <a:spcPts val="4058"/>
              </a:lnSpc>
            </a:pPr>
            <a:r>
              <a:rPr lang="en-US" sz="2687">
                <a:solidFill>
                  <a:srgbClr val="000000"/>
                </a:solidFill>
                <a:latin typeface="Tex Gyre Termes"/>
                <a:ea typeface="Tex Gyre Termes"/>
                <a:cs typeface="Tex Gyre Termes"/>
                <a:sym typeface="Tex Gyre Termes"/>
              </a:rPr>
              <a:t>Winny</a:t>
            </a:r>
          </a:p>
          <a:p>
            <a:pPr algn="ctr">
              <a:lnSpc>
                <a:spcPts val="4058"/>
              </a:lnSpc>
            </a:pPr>
            <a:r>
              <a:rPr lang="en-US" sz="2687">
                <a:solidFill>
                  <a:srgbClr val="000000"/>
                </a:solidFill>
                <a:latin typeface="Tex Gyre Termes"/>
                <a:ea typeface="Tex Gyre Termes"/>
                <a:cs typeface="Tex Gyre Termes"/>
                <a:sym typeface="Tex Gyre Termes"/>
              </a:rPr>
              <a:t>Junrong</a:t>
            </a:r>
          </a:p>
          <a:p>
            <a:pPr algn="ctr">
              <a:lnSpc>
                <a:spcPts val="4058"/>
              </a:lnSpc>
            </a:pPr>
            <a:r>
              <a:rPr lang="en-US" sz="2687">
                <a:solidFill>
                  <a:srgbClr val="000000"/>
                </a:solidFill>
                <a:latin typeface="Tex Gyre Termes"/>
                <a:ea typeface="Tex Gyre Termes"/>
                <a:cs typeface="Tex Gyre Termes"/>
                <a:sym typeface="Tex Gyre Termes"/>
              </a:rPr>
              <a:t>Linus </a:t>
            </a:r>
          </a:p>
          <a:p>
            <a:pPr algn="ctr">
              <a:lnSpc>
                <a:spcPts val="4058"/>
              </a:lnSpc>
            </a:pPr>
            <a:r>
              <a:rPr lang="en-US" sz="2687">
                <a:solidFill>
                  <a:srgbClr val="000000"/>
                </a:solidFill>
                <a:latin typeface="Tex Gyre Termes"/>
                <a:ea typeface="Tex Gyre Termes"/>
                <a:cs typeface="Tex Gyre Termes"/>
                <a:sym typeface="Tex Gyre Termes"/>
              </a:rPr>
              <a:t>James</a:t>
            </a:r>
          </a:p>
          <a:p>
            <a:pPr algn="ctr">
              <a:lnSpc>
                <a:spcPts val="4058"/>
              </a:lnSpc>
            </a:pPr>
            <a:r>
              <a:rPr lang="en-US" sz="2687">
                <a:solidFill>
                  <a:srgbClr val="000000"/>
                </a:solidFill>
                <a:latin typeface="Tex Gyre Termes"/>
                <a:ea typeface="Tex Gyre Termes"/>
                <a:cs typeface="Tex Gyre Termes"/>
                <a:sym typeface="Tex Gyre Termes"/>
              </a:rPr>
              <a:t>Jordan Lim Jun Hong (8495816)</a:t>
            </a:r>
          </a:p>
        </p:txBody>
      </p:sp>
      <p:sp>
        <p:nvSpPr>
          <p:cNvPr id="9" name="TextBox 9"/>
          <p:cNvSpPr txBox="1"/>
          <p:nvPr/>
        </p:nvSpPr>
        <p:spPr>
          <a:xfrm>
            <a:off x="2593461" y="1559807"/>
            <a:ext cx="7013771" cy="935384"/>
          </a:xfrm>
          <a:prstGeom prst="rect">
            <a:avLst/>
          </a:prstGeom>
        </p:spPr>
        <p:txBody>
          <a:bodyPr lIns="0" tIns="0" rIns="0" bIns="0" rtlCol="0" anchor="t">
            <a:spAutoFit/>
          </a:bodyPr>
          <a:lstStyle/>
          <a:p>
            <a:pPr algn="ctr">
              <a:lnSpc>
                <a:spcPts val="7954"/>
              </a:lnSpc>
            </a:pPr>
            <a:r>
              <a:rPr lang="en-US" sz="5681">
                <a:solidFill>
                  <a:srgbClr val="000000"/>
                </a:solidFill>
                <a:latin typeface="TAN Pearl"/>
                <a:ea typeface="TAN Pearl"/>
                <a:cs typeface="TAN Pearl"/>
                <a:sym typeface="TAN Pearl"/>
              </a:rPr>
              <a:t>Team Member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09A3C-0A0F-3588-C3A2-7F72FFED6D5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576EE37-9BFF-CB3D-5767-A3317324FBE7}"/>
              </a:ext>
            </a:extLst>
          </p:cNvPr>
          <p:cNvSpPr/>
          <p:nvPr/>
        </p:nvSpPr>
        <p:spPr>
          <a:xfrm rot="-10800000">
            <a:off x="-414552" y="3653846"/>
            <a:ext cx="3406153" cy="3406153"/>
          </a:xfrm>
          <a:custGeom>
            <a:avLst/>
            <a:gdLst/>
            <a:ahLst/>
            <a:cxnLst/>
            <a:rect l="l" t="t" r="r" b="b"/>
            <a:pathLst>
              <a:path w="5109230" h="5109230">
                <a:moveTo>
                  <a:pt x="0" y="0"/>
                </a:moveTo>
                <a:lnTo>
                  <a:pt x="5109230" y="0"/>
                </a:lnTo>
                <a:lnTo>
                  <a:pt x="5109230" y="5109230"/>
                </a:lnTo>
                <a:lnTo>
                  <a:pt x="0" y="51092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1200"/>
          </a:p>
        </p:txBody>
      </p:sp>
      <p:sp>
        <p:nvSpPr>
          <p:cNvPr id="3" name="Freeform 3">
            <a:extLst>
              <a:ext uri="{FF2B5EF4-FFF2-40B4-BE49-F238E27FC236}">
                <a16:creationId xmlns:a16="http://schemas.microsoft.com/office/drawing/2014/main" id="{B3283F29-F924-8E7C-0FE4-DADBB705BD65}"/>
              </a:ext>
            </a:extLst>
          </p:cNvPr>
          <p:cNvSpPr/>
          <p:nvPr/>
        </p:nvSpPr>
        <p:spPr>
          <a:xfrm rot="-10800000">
            <a:off x="-1295740" y="-3845791"/>
            <a:ext cx="3963082" cy="4531591"/>
          </a:xfrm>
          <a:custGeom>
            <a:avLst/>
            <a:gdLst/>
            <a:ahLst/>
            <a:cxnLst/>
            <a:rect l="l" t="t" r="r" b="b"/>
            <a:pathLst>
              <a:path w="5944623" h="6797386">
                <a:moveTo>
                  <a:pt x="0" y="0"/>
                </a:moveTo>
                <a:lnTo>
                  <a:pt x="5944622" y="0"/>
                </a:lnTo>
                <a:lnTo>
                  <a:pt x="5944622" y="6797386"/>
                </a:lnTo>
                <a:lnTo>
                  <a:pt x="0" y="6797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1200"/>
          </a:p>
        </p:txBody>
      </p:sp>
      <p:sp>
        <p:nvSpPr>
          <p:cNvPr id="4" name="Freeform 4">
            <a:extLst>
              <a:ext uri="{FF2B5EF4-FFF2-40B4-BE49-F238E27FC236}">
                <a16:creationId xmlns:a16="http://schemas.microsoft.com/office/drawing/2014/main" id="{D43A2744-98C4-177E-E476-ECB8A9F25666}"/>
              </a:ext>
            </a:extLst>
          </p:cNvPr>
          <p:cNvSpPr/>
          <p:nvPr/>
        </p:nvSpPr>
        <p:spPr>
          <a:xfrm rot="-10800000" flipH="1" flipV="1">
            <a:off x="9524660" y="6172200"/>
            <a:ext cx="3963082" cy="4531591"/>
          </a:xfrm>
          <a:custGeom>
            <a:avLst/>
            <a:gdLst/>
            <a:ahLst/>
            <a:cxnLst/>
            <a:rect l="l" t="t" r="r" b="b"/>
            <a:pathLst>
              <a:path w="5944623" h="6797386">
                <a:moveTo>
                  <a:pt x="5944622" y="6797386"/>
                </a:moveTo>
                <a:lnTo>
                  <a:pt x="0" y="6797386"/>
                </a:lnTo>
                <a:lnTo>
                  <a:pt x="0" y="0"/>
                </a:lnTo>
                <a:lnTo>
                  <a:pt x="5944622" y="0"/>
                </a:lnTo>
                <a:lnTo>
                  <a:pt x="5944622" y="6797386"/>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1200"/>
          </a:p>
        </p:txBody>
      </p:sp>
      <p:sp>
        <p:nvSpPr>
          <p:cNvPr id="5" name="Freeform 5">
            <a:extLst>
              <a:ext uri="{FF2B5EF4-FFF2-40B4-BE49-F238E27FC236}">
                <a16:creationId xmlns:a16="http://schemas.microsoft.com/office/drawing/2014/main" id="{22B1DDE1-412E-C20A-6551-1D30FA3F2AD6}"/>
              </a:ext>
            </a:extLst>
          </p:cNvPr>
          <p:cNvSpPr/>
          <p:nvPr/>
        </p:nvSpPr>
        <p:spPr>
          <a:xfrm>
            <a:off x="9200399" y="-262184"/>
            <a:ext cx="3406153" cy="3406153"/>
          </a:xfrm>
          <a:custGeom>
            <a:avLst/>
            <a:gdLst/>
            <a:ahLst/>
            <a:cxnLst/>
            <a:rect l="l" t="t" r="r" b="b"/>
            <a:pathLst>
              <a:path w="5109230" h="5109230">
                <a:moveTo>
                  <a:pt x="0" y="0"/>
                </a:moveTo>
                <a:lnTo>
                  <a:pt x="5109230" y="0"/>
                </a:lnTo>
                <a:lnTo>
                  <a:pt x="5109230" y="5109230"/>
                </a:lnTo>
                <a:lnTo>
                  <a:pt x="0" y="51092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1200"/>
          </a:p>
        </p:txBody>
      </p:sp>
      <p:sp>
        <p:nvSpPr>
          <p:cNvPr id="6" name="Freeform 6">
            <a:extLst>
              <a:ext uri="{FF2B5EF4-FFF2-40B4-BE49-F238E27FC236}">
                <a16:creationId xmlns:a16="http://schemas.microsoft.com/office/drawing/2014/main" id="{6091942A-12B1-1893-D0E7-3B34AE30EFB2}"/>
              </a:ext>
            </a:extLst>
          </p:cNvPr>
          <p:cNvSpPr/>
          <p:nvPr/>
        </p:nvSpPr>
        <p:spPr>
          <a:xfrm rot="-10800000" flipH="1" flipV="1">
            <a:off x="11559844" y="3268919"/>
            <a:ext cx="3963082" cy="4531591"/>
          </a:xfrm>
          <a:custGeom>
            <a:avLst/>
            <a:gdLst/>
            <a:ahLst/>
            <a:cxnLst/>
            <a:rect l="l" t="t" r="r" b="b"/>
            <a:pathLst>
              <a:path w="5944623" h="6797386">
                <a:moveTo>
                  <a:pt x="5944622" y="6797386"/>
                </a:moveTo>
                <a:lnTo>
                  <a:pt x="0" y="6797386"/>
                </a:lnTo>
                <a:lnTo>
                  <a:pt x="0" y="0"/>
                </a:lnTo>
                <a:lnTo>
                  <a:pt x="5944622" y="0"/>
                </a:lnTo>
                <a:lnTo>
                  <a:pt x="5944622" y="6797386"/>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1200"/>
          </a:p>
        </p:txBody>
      </p:sp>
      <p:sp>
        <p:nvSpPr>
          <p:cNvPr id="7" name="Freeform 7">
            <a:extLst>
              <a:ext uri="{FF2B5EF4-FFF2-40B4-BE49-F238E27FC236}">
                <a16:creationId xmlns:a16="http://schemas.microsoft.com/office/drawing/2014/main" id="{39327C02-0CA6-3821-93E2-79995F925125}"/>
              </a:ext>
            </a:extLst>
          </p:cNvPr>
          <p:cNvSpPr/>
          <p:nvPr/>
        </p:nvSpPr>
        <p:spPr>
          <a:xfrm rot="-10800000">
            <a:off x="-3422778" y="-877744"/>
            <a:ext cx="3963082" cy="4531591"/>
          </a:xfrm>
          <a:custGeom>
            <a:avLst/>
            <a:gdLst/>
            <a:ahLst/>
            <a:cxnLst/>
            <a:rect l="l" t="t" r="r" b="b"/>
            <a:pathLst>
              <a:path w="5944623" h="6797386">
                <a:moveTo>
                  <a:pt x="0" y="0"/>
                </a:moveTo>
                <a:lnTo>
                  <a:pt x="5944622" y="0"/>
                </a:lnTo>
                <a:lnTo>
                  <a:pt x="5944622" y="6797385"/>
                </a:lnTo>
                <a:lnTo>
                  <a:pt x="0" y="67973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1200"/>
          </a:p>
        </p:txBody>
      </p:sp>
      <p:sp>
        <p:nvSpPr>
          <p:cNvPr id="9" name="TextBox 9">
            <a:extLst>
              <a:ext uri="{FF2B5EF4-FFF2-40B4-BE49-F238E27FC236}">
                <a16:creationId xmlns:a16="http://schemas.microsoft.com/office/drawing/2014/main" id="{3BE4AE7B-2E30-8E5A-116D-43B5DFD047D9}"/>
              </a:ext>
            </a:extLst>
          </p:cNvPr>
          <p:cNvSpPr txBox="1"/>
          <p:nvPr/>
        </p:nvSpPr>
        <p:spPr>
          <a:xfrm>
            <a:off x="2677965" y="2664047"/>
            <a:ext cx="6338332" cy="986745"/>
          </a:xfrm>
          <a:prstGeom prst="rect">
            <a:avLst/>
          </a:prstGeom>
        </p:spPr>
        <p:txBody>
          <a:bodyPr lIns="0" tIns="0" rIns="0" bIns="0" rtlCol="0" anchor="t">
            <a:spAutoFit/>
          </a:bodyPr>
          <a:lstStyle/>
          <a:p>
            <a:pPr algn="ctr">
              <a:lnSpc>
                <a:spcPts val="8211"/>
              </a:lnSpc>
            </a:pPr>
            <a:r>
              <a:rPr lang="en-US" sz="5850">
                <a:solidFill>
                  <a:schemeClr val="accent2"/>
                </a:solidFill>
                <a:latin typeface="TAN Pearl"/>
                <a:ea typeface="TAN Pearl"/>
                <a:cs typeface="TAN Pearl"/>
                <a:sym typeface="TAN Pearl"/>
              </a:rPr>
              <a:t>Part A</a:t>
            </a:r>
          </a:p>
        </p:txBody>
      </p:sp>
    </p:spTree>
    <p:extLst>
      <p:ext uri="{BB962C8B-B14F-4D97-AF65-F5344CB8AC3E}">
        <p14:creationId xmlns:p14="http://schemas.microsoft.com/office/powerpoint/2010/main" val="4603877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8EBE1B-7814-9030-6797-C01A83A263BF}"/>
              </a:ext>
            </a:extLst>
          </p:cNvPr>
          <p:cNvSpPr>
            <a:spLocks noGrp="1"/>
          </p:cNvSpPr>
          <p:nvPr>
            <p:ph type="title"/>
          </p:nvPr>
        </p:nvSpPr>
        <p:spPr>
          <a:xfrm>
            <a:off x="585216" y="209395"/>
            <a:ext cx="11018520" cy="1434415"/>
          </a:xfrm>
        </p:spPr>
        <p:txBody>
          <a:bodyPr anchor="b">
            <a:normAutofit/>
          </a:bodyPr>
          <a:lstStyle/>
          <a:p>
            <a:r>
              <a:rPr lang="en-US" sz="6600">
                <a:solidFill>
                  <a:schemeClr val="accent2"/>
                </a:solidFill>
                <a:latin typeface="American Typewriter Condensed L" panose="02090306020004020304" pitchFamily="18" charset="77"/>
                <a:ea typeface="ADLaM Display" panose="02010000000000000000" pitchFamily="2" charset="77"/>
                <a:cs typeface="ADLaM Display" panose="02010000000000000000" pitchFamily="2" charset="77"/>
              </a:rPr>
              <a:t>Why</a:t>
            </a:r>
            <a:r>
              <a:rPr lang="en-US" sz="5400">
                <a:solidFill>
                  <a:schemeClr val="accent2"/>
                </a:solidFill>
                <a:latin typeface="American Typewriter Condensed L" panose="02090306020004020304" pitchFamily="18" charset="77"/>
                <a:ea typeface="ADLaM Display" panose="02010000000000000000" pitchFamily="2" charset="77"/>
                <a:cs typeface="ADLaM Display" panose="02010000000000000000" pitchFamily="2" charset="77"/>
              </a:rPr>
              <a:t> </a:t>
            </a:r>
            <a:r>
              <a:rPr lang="en-US" sz="6600">
                <a:solidFill>
                  <a:schemeClr val="accent2"/>
                </a:solidFill>
                <a:latin typeface="American Typewriter Condensed L" panose="02090306020004020304" pitchFamily="18" charset="77"/>
                <a:ea typeface="ADLaM Display" panose="02010000000000000000" pitchFamily="2" charset="77"/>
                <a:cs typeface="ADLaM Display" panose="02010000000000000000" pitchFamily="2" charset="77"/>
              </a:rPr>
              <a:t>PowerBI</a:t>
            </a:r>
            <a:r>
              <a:rPr lang="en-US" sz="5400">
                <a:solidFill>
                  <a:schemeClr val="accent2"/>
                </a:solidFill>
                <a:latin typeface="American Typewriter Condensed L" panose="02090306020004020304" pitchFamily="18" charset="77"/>
                <a:ea typeface="ADLaM Display" panose="02010000000000000000" pitchFamily="2" charset="77"/>
                <a:cs typeface="ADLaM Display" panose="02010000000000000000" pitchFamily="2" charset="77"/>
              </a:rPr>
              <a:t>?</a:t>
            </a:r>
          </a:p>
        </p:txBody>
      </p:sp>
      <p:sp>
        <p:nvSpPr>
          <p:cNvPr id="1035"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208CBFE-DB14-D991-83AC-D192ABEF40D4}"/>
              </a:ext>
            </a:extLst>
          </p:cNvPr>
          <p:cNvSpPr>
            <a:spLocks noGrp="1"/>
          </p:cNvSpPr>
          <p:nvPr>
            <p:ph idx="1"/>
          </p:nvPr>
        </p:nvSpPr>
        <p:spPr>
          <a:xfrm>
            <a:off x="633293" y="2093976"/>
            <a:ext cx="6713552" cy="4119172"/>
          </a:xfrm>
        </p:spPr>
        <p:txBody>
          <a:bodyPr anchor="t">
            <a:normAutofit/>
          </a:bodyPr>
          <a:lstStyle/>
          <a:p>
            <a:pPr marL="457200" indent="-457200">
              <a:buFont typeface="+mj-lt"/>
              <a:buAutoNum type="arabicPeriod"/>
            </a:pPr>
            <a:r>
              <a:rPr lang="en-US" sz="2200"/>
              <a:t>User–Friendly Interface</a:t>
            </a:r>
          </a:p>
          <a:p>
            <a:pPr marL="457200" indent="-457200">
              <a:buFont typeface="+mj-lt"/>
              <a:buAutoNum type="arabicPeriod"/>
            </a:pPr>
            <a:r>
              <a:rPr lang="en-US" sz="2200"/>
              <a:t>Data visualizations capabilities </a:t>
            </a:r>
          </a:p>
          <a:p>
            <a:pPr marL="457200" indent="-457200">
              <a:buFont typeface="+mj-lt"/>
              <a:buAutoNum type="arabicPeriod"/>
            </a:pPr>
            <a:r>
              <a:rPr lang="en-US" sz="2200"/>
              <a:t>Supports a wide range of databases</a:t>
            </a:r>
          </a:p>
          <a:p>
            <a:pPr marL="457200" indent="-457200">
              <a:buFont typeface="+mj-lt"/>
              <a:buAutoNum type="arabicPeriod"/>
            </a:pPr>
            <a:r>
              <a:rPr lang="en-US" sz="2200"/>
              <a:t>Sharing and collaboration </a:t>
            </a:r>
          </a:p>
          <a:p>
            <a:pPr marL="457200" indent="-457200">
              <a:buFont typeface="+mj-lt"/>
              <a:buAutoNum type="arabicPeriod"/>
            </a:pPr>
            <a:r>
              <a:rPr lang="en-US" sz="2200"/>
              <a:t>Contains built-in data transformation tool </a:t>
            </a:r>
            <a:br>
              <a:rPr lang="en-US" sz="2200"/>
            </a:br>
            <a:r>
              <a:rPr lang="en-US" sz="2200"/>
              <a:t>(Power Query)</a:t>
            </a:r>
          </a:p>
          <a:p>
            <a:pPr marL="457200" indent="-457200">
              <a:buFont typeface="+mj-lt"/>
              <a:buAutoNum type="arabicPeriod"/>
            </a:pPr>
            <a:endParaRPr lang="en-US" sz="1400"/>
          </a:p>
          <a:p>
            <a:pPr lvl="1"/>
            <a:endParaRPr lang="en-US" sz="1800"/>
          </a:p>
        </p:txBody>
      </p:sp>
      <p:pic>
        <p:nvPicPr>
          <p:cNvPr id="1028" name="Picture 4" descr="Power BI - Microsoft Logo PNG Vector (SVG) Free Download">
            <a:extLst>
              <a:ext uri="{FF2B5EF4-FFF2-40B4-BE49-F238E27FC236}">
                <a16:creationId xmlns:a16="http://schemas.microsoft.com/office/drawing/2014/main" id="{DF74C65A-FF20-07BB-8D55-991526D220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801" b="7"/>
          <a:stretch>
            <a:fillRect/>
          </a:stretch>
        </p:blipFill>
        <p:spPr bwMode="auto">
          <a:xfrm>
            <a:off x="7675658" y="2093976"/>
            <a:ext cx="3941064" cy="4096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4129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32D45EE4-C4F0-4F72-B1C6-39F596D138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8C459BAD-4279-4A9D-B0C5-662C5F5ED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3203463" y="-2060461"/>
            <a:ext cx="5649003" cy="10651671"/>
          </a:xfrm>
          <a:custGeom>
            <a:avLst/>
            <a:gdLst>
              <a:gd name="connsiteX0" fmla="*/ 0 w 5649003"/>
              <a:gd name="connsiteY0" fmla="*/ 5325836 h 10651671"/>
              <a:gd name="connsiteX1" fmla="*/ 2824502 w 5649003"/>
              <a:gd name="connsiteY1" fmla="*/ 0 h 10651671"/>
              <a:gd name="connsiteX2" fmla="*/ 5649004 w 5649003"/>
              <a:gd name="connsiteY2" fmla="*/ 5325836 h 10651671"/>
              <a:gd name="connsiteX3" fmla="*/ 2824502 w 5649003"/>
              <a:gd name="connsiteY3" fmla="*/ 10651672 h 10651671"/>
              <a:gd name="connsiteX4" fmla="*/ 0 w 5649003"/>
              <a:gd name="connsiteY4" fmla="*/ 5325836 h 106516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9003" h="10651671" fill="none" extrusionOk="0">
                <a:moveTo>
                  <a:pt x="0" y="5325836"/>
                </a:moveTo>
                <a:cubicBezTo>
                  <a:pt x="186946" y="2320485"/>
                  <a:pt x="1438121" y="-52385"/>
                  <a:pt x="2824502" y="0"/>
                </a:cubicBezTo>
                <a:cubicBezTo>
                  <a:pt x="4703838" y="-43168"/>
                  <a:pt x="5583840" y="2369660"/>
                  <a:pt x="5649004" y="5325836"/>
                </a:cubicBezTo>
                <a:cubicBezTo>
                  <a:pt x="5518761" y="8289338"/>
                  <a:pt x="4285196" y="10894014"/>
                  <a:pt x="2824502" y="10651672"/>
                </a:cubicBezTo>
                <a:cubicBezTo>
                  <a:pt x="1536945" y="11016699"/>
                  <a:pt x="142947" y="8418643"/>
                  <a:pt x="0" y="5325836"/>
                </a:cubicBezTo>
                <a:close/>
              </a:path>
              <a:path w="5649003" h="10651671" stroke="0" extrusionOk="0">
                <a:moveTo>
                  <a:pt x="0" y="5325836"/>
                </a:moveTo>
                <a:cubicBezTo>
                  <a:pt x="-54350" y="2332108"/>
                  <a:pt x="1351726" y="167869"/>
                  <a:pt x="2824502" y="0"/>
                </a:cubicBezTo>
                <a:cubicBezTo>
                  <a:pt x="4182679" y="-143942"/>
                  <a:pt x="5672665" y="2549517"/>
                  <a:pt x="5649004" y="5325836"/>
                </a:cubicBezTo>
                <a:cubicBezTo>
                  <a:pt x="5518596" y="8280244"/>
                  <a:pt x="4081190" y="10622204"/>
                  <a:pt x="2824502" y="10651672"/>
                </a:cubicBezTo>
                <a:cubicBezTo>
                  <a:pt x="1216708" y="10537144"/>
                  <a:pt x="-100850" y="8264979"/>
                  <a:pt x="0" y="5325836"/>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3743190">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427C2C-99BF-8E37-3930-1AD540DC4CF1}"/>
              </a:ext>
            </a:extLst>
          </p:cNvPr>
          <p:cNvSpPr>
            <a:spLocks noGrp="1"/>
          </p:cNvSpPr>
          <p:nvPr>
            <p:ph type="title"/>
          </p:nvPr>
        </p:nvSpPr>
        <p:spPr>
          <a:xfrm>
            <a:off x="2066544" y="1475412"/>
            <a:ext cx="8055864" cy="2512335"/>
          </a:xfrm>
        </p:spPr>
        <p:txBody>
          <a:bodyPr vert="horz" lIns="91440" tIns="45720" rIns="91440" bIns="45720" rtlCol="0" anchor="b">
            <a:normAutofit/>
          </a:bodyPr>
          <a:lstStyle/>
          <a:p>
            <a:pPr algn="ctr"/>
            <a:r>
              <a:rPr lang="en-US" sz="5000" kern="1200">
                <a:solidFill>
                  <a:srgbClr val="FFFFFF"/>
                </a:solidFill>
                <a:latin typeface="American Typewriter Condensed L" panose="02090306020004020304" pitchFamily="18" charset="77"/>
              </a:rPr>
              <a:t>Data Preparation/Cleaning</a:t>
            </a:r>
          </a:p>
        </p:txBody>
      </p:sp>
      <p:sp>
        <p:nvSpPr>
          <p:cNvPr id="22" name="sketch line">
            <a:extLst>
              <a:ext uri="{FF2B5EF4-FFF2-40B4-BE49-F238E27FC236}">
                <a16:creationId xmlns:a16="http://schemas.microsoft.com/office/drawing/2014/main" id="{0953BC39-9D68-40BE-BF3C-5C4EB782AF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173498"/>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2440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FD6E80-1313-4287-7D2A-BD81FBAA80B8}"/>
            </a:ext>
          </a:extLst>
        </p:cNvPr>
        <p:cNvGrpSpPr/>
        <p:nvPr/>
      </p:nvGrpSpPr>
      <p:grpSpPr>
        <a:xfrm>
          <a:off x="0" y="0"/>
          <a:ext cx="0" cy="0"/>
          <a:chOff x="0" y="0"/>
          <a:chExt cx="0" cy="0"/>
        </a:xfrm>
      </p:grpSpPr>
      <p:sp useBgFill="1">
        <p:nvSpPr>
          <p:cNvPr id="4110" name="Rectangle 4109">
            <a:extLst>
              <a:ext uri="{FF2B5EF4-FFF2-40B4-BE49-F238E27FC236}">
                <a16:creationId xmlns:a16="http://schemas.microsoft.com/office/drawing/2014/main" id="{F44FAADA-EBE3-9F7F-1E2F-53046E42FF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99047B-9188-47A8-1B81-5CD6529F55CB}"/>
              </a:ext>
            </a:extLst>
          </p:cNvPr>
          <p:cNvSpPr>
            <a:spLocks noGrp="1"/>
          </p:cNvSpPr>
          <p:nvPr>
            <p:ph type="title"/>
          </p:nvPr>
        </p:nvSpPr>
        <p:spPr>
          <a:xfrm>
            <a:off x="572493" y="238539"/>
            <a:ext cx="11018520" cy="1434415"/>
          </a:xfrm>
        </p:spPr>
        <p:txBody>
          <a:bodyPr anchor="b">
            <a:normAutofit/>
          </a:bodyPr>
          <a:lstStyle/>
          <a:p>
            <a:r>
              <a:rPr lang="en-US" sz="6600">
                <a:solidFill>
                  <a:schemeClr val="accent2"/>
                </a:solidFill>
                <a:latin typeface="American Typewriter Condensed L" panose="02090306020004020304" pitchFamily="18" charset="77"/>
                <a:ea typeface="ADLaM Display" panose="02010000000000000000" pitchFamily="2" charset="77"/>
                <a:cs typeface="ADLaM Display" panose="02010000000000000000" pitchFamily="2" charset="77"/>
              </a:rPr>
              <a:t>Profile</a:t>
            </a:r>
          </a:p>
        </p:txBody>
      </p:sp>
      <p:sp>
        <p:nvSpPr>
          <p:cNvPr id="4112" name="sketchy line">
            <a:extLst>
              <a:ext uri="{FF2B5EF4-FFF2-40B4-BE49-F238E27FC236}">
                <a16:creationId xmlns:a16="http://schemas.microsoft.com/office/drawing/2014/main" id="{694B2DB9-F0DE-EDA7-8AFD-3BF352401F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5061C56-BC07-E9A7-8406-9F535E6E17E0}"/>
              </a:ext>
            </a:extLst>
          </p:cNvPr>
          <p:cNvSpPr>
            <a:spLocks noGrp="1"/>
          </p:cNvSpPr>
          <p:nvPr>
            <p:ph idx="1"/>
          </p:nvPr>
        </p:nvSpPr>
        <p:spPr>
          <a:xfrm>
            <a:off x="357339" y="2543082"/>
            <a:ext cx="3542307" cy="1771836"/>
          </a:xfrm>
        </p:spPr>
        <p:txBody>
          <a:bodyPr anchor="t">
            <a:normAutofit/>
          </a:bodyPr>
          <a:lstStyle/>
          <a:p>
            <a:pPr marL="0" indent="0">
              <a:buNone/>
            </a:pPr>
            <a:endParaRPr lang="en-US" sz="2200"/>
          </a:p>
          <a:p>
            <a:pPr lvl="1"/>
            <a:r>
              <a:rPr lang="en-US" sz="2000"/>
              <a:t>Rows with empty values removed</a:t>
            </a:r>
          </a:p>
          <a:p>
            <a:pPr lvl="1"/>
            <a:r>
              <a:rPr lang="en-US" sz="2000"/>
              <a:t>Invalid values e.g. Age:0 are also removed</a:t>
            </a:r>
          </a:p>
          <a:p>
            <a:pPr lvl="1"/>
            <a:endParaRPr lang="en-US" sz="2200"/>
          </a:p>
          <a:p>
            <a:pPr lvl="1"/>
            <a:endParaRPr lang="en-US" sz="2200"/>
          </a:p>
        </p:txBody>
      </p:sp>
      <p:pic>
        <p:nvPicPr>
          <p:cNvPr id="4100" name="Picture 4">
            <a:extLst>
              <a:ext uri="{FF2B5EF4-FFF2-40B4-BE49-F238E27FC236}">
                <a16:creationId xmlns:a16="http://schemas.microsoft.com/office/drawing/2014/main" id="{8F507F64-7E96-CEA8-02B2-B1C5045459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0098" y="1911493"/>
            <a:ext cx="6895195" cy="3936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3860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47C093-AA0C-C6AB-50AA-E89E354B1209}"/>
            </a:ext>
          </a:extLst>
        </p:cNvPr>
        <p:cNvGrpSpPr/>
        <p:nvPr/>
      </p:nvGrpSpPr>
      <p:grpSpPr>
        <a:xfrm>
          <a:off x="0" y="0"/>
          <a:ext cx="0" cy="0"/>
          <a:chOff x="0" y="0"/>
          <a:chExt cx="0" cy="0"/>
        </a:xfrm>
      </p:grpSpPr>
      <p:sp useBgFill="1">
        <p:nvSpPr>
          <p:cNvPr id="4110" name="Rectangle 4109">
            <a:extLst>
              <a:ext uri="{FF2B5EF4-FFF2-40B4-BE49-F238E27FC236}">
                <a16:creationId xmlns:a16="http://schemas.microsoft.com/office/drawing/2014/main" id="{D3D82923-D07C-0C8C-667E-942E40779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66AE49-A669-505F-94A7-AB5FF6B28FEC}"/>
              </a:ext>
            </a:extLst>
          </p:cNvPr>
          <p:cNvSpPr>
            <a:spLocks noGrp="1"/>
          </p:cNvSpPr>
          <p:nvPr>
            <p:ph type="title"/>
          </p:nvPr>
        </p:nvSpPr>
        <p:spPr>
          <a:xfrm>
            <a:off x="572493" y="238539"/>
            <a:ext cx="11018520" cy="1434415"/>
          </a:xfrm>
        </p:spPr>
        <p:txBody>
          <a:bodyPr anchor="b">
            <a:normAutofit/>
          </a:bodyPr>
          <a:lstStyle/>
          <a:p>
            <a:r>
              <a:rPr lang="en-US" sz="6600">
                <a:solidFill>
                  <a:schemeClr val="accent2"/>
                </a:solidFill>
                <a:latin typeface="American Typewriter Condensed L" panose="02090306020004020304" pitchFamily="18" charset="77"/>
                <a:ea typeface="ADLaM Display" panose="02010000000000000000" pitchFamily="2" charset="77"/>
                <a:cs typeface="ADLaM Display" panose="02010000000000000000" pitchFamily="2" charset="77"/>
              </a:rPr>
              <a:t>Survey </a:t>
            </a:r>
            <a:r>
              <a:rPr lang="en-US" sz="4000">
                <a:solidFill>
                  <a:schemeClr val="accent2"/>
                </a:solidFill>
                <a:latin typeface="American Typewriter Condensed L" panose="02090306020004020304" pitchFamily="18" charset="77"/>
                <a:ea typeface="ADLaM Display" panose="02010000000000000000" pitchFamily="2" charset="77"/>
                <a:cs typeface="ADLaM Display" panose="02010000000000000000" pitchFamily="2" charset="77"/>
              </a:rPr>
              <a:t>(Product quality)</a:t>
            </a:r>
          </a:p>
        </p:txBody>
      </p:sp>
      <p:sp>
        <p:nvSpPr>
          <p:cNvPr id="4112" name="sketchy line">
            <a:extLst>
              <a:ext uri="{FF2B5EF4-FFF2-40B4-BE49-F238E27FC236}">
                <a16:creationId xmlns:a16="http://schemas.microsoft.com/office/drawing/2014/main" id="{CC46F7BD-FDEB-952E-75E5-87D7949D2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a:extLst>
              <a:ext uri="{FF2B5EF4-FFF2-40B4-BE49-F238E27FC236}">
                <a16:creationId xmlns:a16="http://schemas.microsoft.com/office/drawing/2014/main" id="{CBD0FF55-73FF-8179-9F13-A5C51E12EA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99161" y="1802560"/>
            <a:ext cx="3138555" cy="456183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ABF1832-B88F-2019-194F-E2E279B31850}"/>
              </a:ext>
            </a:extLst>
          </p:cNvPr>
          <p:cNvSpPr txBox="1"/>
          <p:nvPr/>
        </p:nvSpPr>
        <p:spPr>
          <a:xfrm>
            <a:off x="754284" y="3075057"/>
            <a:ext cx="6656294" cy="1015663"/>
          </a:xfrm>
          <a:prstGeom prst="rect">
            <a:avLst/>
          </a:prstGeom>
          <a:noFill/>
        </p:spPr>
        <p:txBody>
          <a:bodyPr wrap="square" rtlCol="0">
            <a:spAutoFit/>
          </a:bodyPr>
          <a:lstStyle/>
          <a:p>
            <a:pPr marL="285750" indent="-285750">
              <a:buFont typeface="Arial" panose="020B0604020202020204" pitchFamily="34" charset="0"/>
              <a:buChar char="•"/>
            </a:pPr>
            <a:r>
              <a:rPr lang="en-US" sz="2000"/>
              <a:t>Rows with empty values removed</a:t>
            </a:r>
          </a:p>
          <a:p>
            <a:pPr marL="285750" indent="-285750">
              <a:buFont typeface="Arial" panose="020B0604020202020204" pitchFamily="34" charset="0"/>
              <a:buChar char="•"/>
            </a:pPr>
            <a:r>
              <a:rPr lang="en-US" sz="2000"/>
              <a:t>Invalid values such as </a:t>
            </a:r>
            <a:r>
              <a:rPr lang="en-SG" sz="2000" b="0" i="0" u="none" strike="noStrike">
                <a:solidFill>
                  <a:srgbClr val="000000"/>
                </a:solidFill>
                <a:effectLst/>
              </a:rPr>
              <a:t>424823487 and 8218012 removed</a:t>
            </a:r>
            <a:r>
              <a:rPr lang="en-US" sz="2000"/>
              <a:t>	</a:t>
            </a:r>
          </a:p>
        </p:txBody>
      </p:sp>
    </p:spTree>
    <p:extLst>
      <p:ext uri="{BB962C8B-B14F-4D97-AF65-F5344CB8AC3E}">
        <p14:creationId xmlns:p14="http://schemas.microsoft.com/office/powerpoint/2010/main" val="1418687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A16B26-3CC6-6CCD-4F44-42032F14DECB}"/>
            </a:ext>
          </a:extLst>
        </p:cNvPr>
        <p:cNvGrpSpPr/>
        <p:nvPr/>
      </p:nvGrpSpPr>
      <p:grpSpPr>
        <a:xfrm>
          <a:off x="0" y="0"/>
          <a:ext cx="0" cy="0"/>
          <a:chOff x="0" y="0"/>
          <a:chExt cx="0" cy="0"/>
        </a:xfrm>
      </p:grpSpPr>
      <p:sp useBgFill="1">
        <p:nvSpPr>
          <p:cNvPr id="4110" name="Rectangle 4109">
            <a:extLst>
              <a:ext uri="{FF2B5EF4-FFF2-40B4-BE49-F238E27FC236}">
                <a16:creationId xmlns:a16="http://schemas.microsoft.com/office/drawing/2014/main" id="{8CC97E26-A73A-3543-DC60-DBE9A00BC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4E09F3-B10D-58AC-22C0-CFC97F61DC81}"/>
              </a:ext>
            </a:extLst>
          </p:cNvPr>
          <p:cNvSpPr>
            <a:spLocks noGrp="1"/>
          </p:cNvSpPr>
          <p:nvPr>
            <p:ph type="title"/>
          </p:nvPr>
        </p:nvSpPr>
        <p:spPr>
          <a:xfrm>
            <a:off x="572493" y="238539"/>
            <a:ext cx="11018520" cy="1434415"/>
          </a:xfrm>
        </p:spPr>
        <p:txBody>
          <a:bodyPr anchor="b">
            <a:normAutofit/>
          </a:bodyPr>
          <a:lstStyle/>
          <a:p>
            <a:pPr rtl="0">
              <a:buNone/>
            </a:pPr>
            <a:r>
              <a:rPr lang="en-US" sz="6600">
                <a:solidFill>
                  <a:schemeClr val="accent2"/>
                </a:solidFill>
                <a:latin typeface="American Typewriter Condensed L" panose="02090306020004020304" pitchFamily="18" charset="77"/>
                <a:ea typeface="ADLaM Display" panose="02010000000000000000" pitchFamily="2" charset="77"/>
                <a:cs typeface="ADLaM Display" panose="02010000000000000000" pitchFamily="2" charset="77"/>
              </a:rPr>
              <a:t>Survey</a:t>
            </a:r>
            <a:r>
              <a:rPr lang="en-US" sz="1900">
                <a:solidFill>
                  <a:schemeClr val="accent2"/>
                </a:solidFill>
                <a:latin typeface="American Typewriter Condensed L" panose="02090306020004020304" pitchFamily="18" charset="77"/>
                <a:ea typeface="ADLaM Display" panose="02010000000000000000" pitchFamily="2" charset="77"/>
                <a:cs typeface="ADLaM Display" panose="02010000000000000000" pitchFamily="2" charset="77"/>
              </a:rPr>
              <a:t>(</a:t>
            </a:r>
            <a:r>
              <a:rPr lang="en-SG" sz="1900" u="none" strike="noStrike" err="1">
                <a:solidFill>
                  <a:schemeClr val="accent2"/>
                </a:solidFill>
                <a:effectLst/>
                <a:latin typeface="American Typewriter Condensed L" panose="02090306020004020304" pitchFamily="18" charset="77"/>
              </a:rPr>
              <a:t>customerID</a:t>
            </a:r>
            <a:r>
              <a:rPr lang="en-SG" sz="1900" u="none" strike="noStrike">
                <a:solidFill>
                  <a:schemeClr val="accent2"/>
                </a:solidFill>
                <a:effectLst/>
                <a:latin typeface="American Typewriter Condensed L" panose="02090306020004020304" pitchFamily="18" charset="77"/>
              </a:rPr>
              <a:t>, Shopping type and </a:t>
            </a:r>
            <a:r>
              <a:rPr lang="en-SG" sz="1900" u="none" strike="noStrike" err="1">
                <a:solidFill>
                  <a:schemeClr val="accent2"/>
                </a:solidFill>
                <a:effectLst/>
                <a:latin typeface="American Typewriter Condensed L" panose="02090306020004020304" pitchFamily="18" charset="77"/>
              </a:rPr>
              <a:t>LoyaltyCard_of_Others</a:t>
            </a:r>
            <a:r>
              <a:rPr lang="en-SG" sz="1900" u="none" strike="noStrike">
                <a:solidFill>
                  <a:schemeClr val="accent2"/>
                </a:solidFill>
                <a:effectLst/>
                <a:latin typeface="American Typewriter Condensed L" panose="02090306020004020304" pitchFamily="18" charset="77"/>
              </a:rPr>
              <a:t>?</a:t>
            </a:r>
            <a:r>
              <a:rPr lang="en-US" sz="1900">
                <a:solidFill>
                  <a:schemeClr val="accent2"/>
                </a:solidFill>
                <a:latin typeface="American Typewriter Condensed L" panose="02090306020004020304" pitchFamily="18" charset="77"/>
                <a:ea typeface="ADLaM Display" panose="02010000000000000000" pitchFamily="2" charset="77"/>
                <a:cs typeface="ADLaM Display" panose="02010000000000000000" pitchFamily="2" charset="77"/>
              </a:rPr>
              <a:t>)</a:t>
            </a:r>
          </a:p>
        </p:txBody>
      </p:sp>
      <p:sp>
        <p:nvSpPr>
          <p:cNvPr id="4112" name="sketchy line">
            <a:extLst>
              <a:ext uri="{FF2B5EF4-FFF2-40B4-BE49-F238E27FC236}">
                <a16:creationId xmlns:a16="http://schemas.microsoft.com/office/drawing/2014/main" id="{1B00A2E3-4B38-4605-8D3E-4911FBBE39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4" name="Picture 2">
            <a:extLst>
              <a:ext uri="{FF2B5EF4-FFF2-40B4-BE49-F238E27FC236}">
                <a16:creationId xmlns:a16="http://schemas.microsoft.com/office/drawing/2014/main" id="{498214EE-E48B-5B2F-4828-78AA416CA7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1535" y="1911493"/>
            <a:ext cx="4787996" cy="2214602"/>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3F0F1A71-0EDB-797E-C68B-06E659A387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05943" y="1911493"/>
            <a:ext cx="2085070" cy="223289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50EC0B0-861C-203C-A238-6B8ABD4477C6}"/>
              </a:ext>
            </a:extLst>
          </p:cNvPr>
          <p:cNvSpPr txBox="1"/>
          <p:nvPr/>
        </p:nvSpPr>
        <p:spPr>
          <a:xfrm>
            <a:off x="572493" y="2664529"/>
            <a:ext cx="3421283" cy="707886"/>
          </a:xfrm>
          <a:prstGeom prst="rect">
            <a:avLst/>
          </a:prstGeom>
          <a:noFill/>
        </p:spPr>
        <p:txBody>
          <a:bodyPr wrap="square" rtlCol="0">
            <a:spAutoFit/>
          </a:bodyPr>
          <a:lstStyle/>
          <a:p>
            <a:pPr marL="285750" indent="-285750">
              <a:buFont typeface="Arial" panose="020B0604020202020204" pitchFamily="34" charset="0"/>
              <a:buChar char="•"/>
            </a:pPr>
            <a:r>
              <a:rPr lang="en-US" sz="2000"/>
              <a:t>Rows with empty values removed</a:t>
            </a:r>
          </a:p>
        </p:txBody>
      </p:sp>
    </p:spTree>
    <p:extLst>
      <p:ext uri="{BB962C8B-B14F-4D97-AF65-F5344CB8AC3E}">
        <p14:creationId xmlns:p14="http://schemas.microsoft.com/office/powerpoint/2010/main" val="23343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4C7B80-A20A-1886-F37A-AD88F80AB358}"/>
            </a:ext>
          </a:extLst>
        </p:cNvPr>
        <p:cNvGrpSpPr/>
        <p:nvPr/>
      </p:nvGrpSpPr>
      <p:grpSpPr>
        <a:xfrm>
          <a:off x="0" y="0"/>
          <a:ext cx="0" cy="0"/>
          <a:chOff x="0" y="0"/>
          <a:chExt cx="0" cy="0"/>
        </a:xfrm>
      </p:grpSpPr>
      <p:sp useBgFill="1">
        <p:nvSpPr>
          <p:cNvPr id="4110" name="Rectangle 4109">
            <a:extLst>
              <a:ext uri="{FF2B5EF4-FFF2-40B4-BE49-F238E27FC236}">
                <a16:creationId xmlns:a16="http://schemas.microsoft.com/office/drawing/2014/main" id="{B8E1BB74-F8E7-2355-EDDC-BE99987726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BCA084-3960-CBE9-658E-220467A7254E}"/>
              </a:ext>
            </a:extLst>
          </p:cNvPr>
          <p:cNvSpPr>
            <a:spLocks noGrp="1"/>
          </p:cNvSpPr>
          <p:nvPr>
            <p:ph type="title"/>
          </p:nvPr>
        </p:nvSpPr>
        <p:spPr>
          <a:xfrm>
            <a:off x="572493" y="238539"/>
            <a:ext cx="11018520" cy="1434415"/>
          </a:xfrm>
        </p:spPr>
        <p:txBody>
          <a:bodyPr anchor="b">
            <a:normAutofit/>
          </a:bodyPr>
          <a:lstStyle/>
          <a:p>
            <a:r>
              <a:rPr lang="en-US" sz="6600">
                <a:solidFill>
                  <a:schemeClr val="accent2"/>
                </a:solidFill>
                <a:latin typeface="American Typewriter Condensed L" panose="02090306020004020304" pitchFamily="18" charset="77"/>
                <a:ea typeface="ADLaM Display" panose="02010000000000000000" pitchFamily="2" charset="77"/>
                <a:cs typeface="ADLaM Display" panose="02010000000000000000" pitchFamily="2" charset="77"/>
              </a:rPr>
              <a:t>Survey </a:t>
            </a:r>
            <a:r>
              <a:rPr lang="en-US" sz="6000">
                <a:solidFill>
                  <a:schemeClr val="accent2"/>
                </a:solidFill>
                <a:latin typeface="American Typewriter Condensed L" panose="02090306020004020304" pitchFamily="18" charset="77"/>
                <a:ea typeface="ADLaM Display" panose="02010000000000000000" pitchFamily="2" charset="77"/>
                <a:cs typeface="ADLaM Display" panose="02010000000000000000" pitchFamily="2" charset="77"/>
              </a:rPr>
              <a:t>(Deli-quality)</a:t>
            </a:r>
          </a:p>
        </p:txBody>
      </p:sp>
      <p:sp>
        <p:nvSpPr>
          <p:cNvPr id="4112" name="sketchy line">
            <a:extLst>
              <a:ext uri="{FF2B5EF4-FFF2-40B4-BE49-F238E27FC236}">
                <a16:creationId xmlns:a16="http://schemas.microsoft.com/office/drawing/2014/main" id="{5CA4DD28-89BB-39C0-ECA8-8962BCE837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18" name="Picture 2">
            <a:extLst>
              <a:ext uri="{FF2B5EF4-FFF2-40B4-BE49-F238E27FC236}">
                <a16:creationId xmlns:a16="http://schemas.microsoft.com/office/drawing/2014/main" id="{FEFA43B9-AB2B-9AEE-4D84-B3A73BE10C4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6411"/>
          <a:stretch/>
        </p:blipFill>
        <p:spPr bwMode="auto">
          <a:xfrm>
            <a:off x="7446181" y="1708422"/>
            <a:ext cx="4099112" cy="47244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6C9478B-7208-A2A5-903A-DD2161079CF8}"/>
              </a:ext>
            </a:extLst>
          </p:cNvPr>
          <p:cNvSpPr txBox="1"/>
          <p:nvPr/>
        </p:nvSpPr>
        <p:spPr>
          <a:xfrm>
            <a:off x="779929" y="3075057"/>
            <a:ext cx="6145306" cy="707886"/>
          </a:xfrm>
          <a:prstGeom prst="rect">
            <a:avLst/>
          </a:prstGeom>
          <a:noFill/>
        </p:spPr>
        <p:txBody>
          <a:bodyPr wrap="square" rtlCol="0">
            <a:spAutoFit/>
          </a:bodyPr>
          <a:lstStyle/>
          <a:p>
            <a:pPr marL="285750" indent="-285750">
              <a:buFont typeface="Arial" panose="020B0604020202020204" pitchFamily="34" charset="0"/>
              <a:buChar char="•"/>
            </a:pPr>
            <a:r>
              <a:rPr lang="en-US" sz="2000"/>
              <a:t>Rows with empty values removed</a:t>
            </a:r>
          </a:p>
          <a:p>
            <a:pPr marL="285750" indent="-285750">
              <a:buFont typeface="Arial" panose="020B0604020202020204" pitchFamily="34" charset="0"/>
              <a:buChar char="•"/>
            </a:pPr>
            <a:r>
              <a:rPr lang="en-US" sz="2000"/>
              <a:t>Invalid values such as -4, 4000, -1</a:t>
            </a:r>
          </a:p>
        </p:txBody>
      </p:sp>
    </p:spTree>
    <p:extLst>
      <p:ext uri="{BB962C8B-B14F-4D97-AF65-F5344CB8AC3E}">
        <p14:creationId xmlns:p14="http://schemas.microsoft.com/office/powerpoint/2010/main" val="38708115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6EAEE4-486F-5F7F-816A-5116E8DF9CAF}"/>
            </a:ext>
          </a:extLst>
        </p:cNvPr>
        <p:cNvGrpSpPr/>
        <p:nvPr/>
      </p:nvGrpSpPr>
      <p:grpSpPr>
        <a:xfrm>
          <a:off x="0" y="0"/>
          <a:ext cx="0" cy="0"/>
          <a:chOff x="0" y="0"/>
          <a:chExt cx="0" cy="0"/>
        </a:xfrm>
      </p:grpSpPr>
      <p:sp useBgFill="1">
        <p:nvSpPr>
          <p:cNvPr id="4110" name="Rectangle 4109">
            <a:extLst>
              <a:ext uri="{FF2B5EF4-FFF2-40B4-BE49-F238E27FC236}">
                <a16:creationId xmlns:a16="http://schemas.microsoft.com/office/drawing/2014/main" id="{8E3D66C3-884C-5C17-2376-AFAE48CE11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1D7DCC-7391-F0DF-851E-B5A1401C0608}"/>
              </a:ext>
            </a:extLst>
          </p:cNvPr>
          <p:cNvSpPr>
            <a:spLocks noGrp="1"/>
          </p:cNvSpPr>
          <p:nvPr>
            <p:ph type="title"/>
          </p:nvPr>
        </p:nvSpPr>
        <p:spPr>
          <a:xfrm>
            <a:off x="572493" y="238539"/>
            <a:ext cx="11018520" cy="1434415"/>
          </a:xfrm>
        </p:spPr>
        <p:txBody>
          <a:bodyPr anchor="b">
            <a:normAutofit/>
          </a:bodyPr>
          <a:lstStyle/>
          <a:p>
            <a:r>
              <a:rPr lang="en-US" sz="6600">
                <a:solidFill>
                  <a:schemeClr val="accent2"/>
                </a:solidFill>
                <a:latin typeface="American Typewriter Condensed L" panose="02090306020004020304" pitchFamily="18" charset="77"/>
                <a:ea typeface="ADLaM Display" panose="02010000000000000000" pitchFamily="2" charset="77"/>
                <a:cs typeface="ADLaM Display" panose="02010000000000000000" pitchFamily="2" charset="77"/>
              </a:rPr>
              <a:t>Survey </a:t>
            </a:r>
            <a:r>
              <a:rPr lang="en-US" sz="6000">
                <a:solidFill>
                  <a:schemeClr val="accent2"/>
                </a:solidFill>
                <a:latin typeface="American Typewriter Condensed L" panose="02090306020004020304" pitchFamily="18" charset="77"/>
                <a:ea typeface="ADLaM Display" panose="02010000000000000000" pitchFamily="2" charset="77"/>
                <a:cs typeface="ADLaM Display" panose="02010000000000000000" pitchFamily="2" charset="77"/>
              </a:rPr>
              <a:t>(Service-quality)</a:t>
            </a:r>
          </a:p>
        </p:txBody>
      </p:sp>
      <p:sp>
        <p:nvSpPr>
          <p:cNvPr id="4112" name="sketchy line">
            <a:extLst>
              <a:ext uri="{FF2B5EF4-FFF2-40B4-BE49-F238E27FC236}">
                <a16:creationId xmlns:a16="http://schemas.microsoft.com/office/drawing/2014/main" id="{CB009481-B58D-5F37-6336-08D3DFB44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3ED6340-3A14-9E2A-9DE4-C512FD134746}"/>
              </a:ext>
            </a:extLst>
          </p:cNvPr>
          <p:cNvSpPr txBox="1"/>
          <p:nvPr/>
        </p:nvSpPr>
        <p:spPr>
          <a:xfrm>
            <a:off x="753035" y="3350391"/>
            <a:ext cx="5015753" cy="1323439"/>
          </a:xfrm>
          <a:prstGeom prst="rect">
            <a:avLst/>
          </a:prstGeom>
          <a:noFill/>
        </p:spPr>
        <p:txBody>
          <a:bodyPr wrap="square" rtlCol="0">
            <a:spAutoFit/>
          </a:bodyPr>
          <a:lstStyle/>
          <a:p>
            <a:pPr marL="285750" indent="-285750">
              <a:buFont typeface="Arial" panose="020B0604020202020204" pitchFamily="34" charset="0"/>
              <a:buChar char="•"/>
            </a:pPr>
            <a:r>
              <a:rPr lang="en-US" sz="2000"/>
              <a:t>Invalid values such as 15,10 000 removed</a:t>
            </a:r>
          </a:p>
          <a:p>
            <a:pPr marL="285750" indent="-285750">
              <a:buFont typeface="Arial" panose="020B0604020202020204" pitchFamily="34" charset="0"/>
              <a:buChar char="•"/>
            </a:pPr>
            <a:r>
              <a:rPr lang="en-US" sz="2000"/>
              <a:t>Rows with empty values are instead replaced with an average value of 6</a:t>
            </a:r>
          </a:p>
          <a:p>
            <a:endParaRPr lang="en-US" sz="2000"/>
          </a:p>
        </p:txBody>
      </p:sp>
      <p:pic>
        <p:nvPicPr>
          <p:cNvPr id="11270" name="Picture 6">
            <a:extLst>
              <a:ext uri="{FF2B5EF4-FFF2-40B4-BE49-F238E27FC236}">
                <a16:creationId xmlns:a16="http://schemas.microsoft.com/office/drawing/2014/main" id="{8B376658-7603-262C-A990-A039DE15F5F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3947"/>
          <a:stretch/>
        </p:blipFill>
        <p:spPr bwMode="auto">
          <a:xfrm>
            <a:off x="6992472" y="1708421"/>
            <a:ext cx="4693024" cy="46073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8114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59BCF61-6D0D-D140-4991-0960809BA17C}"/>
            </a:ext>
          </a:extLst>
        </p:cNvPr>
        <p:cNvGrpSpPr/>
        <p:nvPr/>
      </p:nvGrpSpPr>
      <p:grpSpPr>
        <a:xfrm>
          <a:off x="0" y="0"/>
          <a:ext cx="0" cy="0"/>
          <a:chOff x="0" y="0"/>
          <a:chExt cx="0" cy="0"/>
        </a:xfrm>
      </p:grpSpPr>
      <p:sp useBgFill="1">
        <p:nvSpPr>
          <p:cNvPr id="4110" name="Rectangle 4109">
            <a:extLst>
              <a:ext uri="{FF2B5EF4-FFF2-40B4-BE49-F238E27FC236}">
                <a16:creationId xmlns:a16="http://schemas.microsoft.com/office/drawing/2014/main" id="{519AB02E-965D-B3AB-53AF-DA7837D55B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BD1B55-2D2C-D3FF-B3BA-F6DF5EB4FBFD}"/>
              </a:ext>
            </a:extLst>
          </p:cNvPr>
          <p:cNvSpPr>
            <a:spLocks noGrp="1"/>
          </p:cNvSpPr>
          <p:nvPr>
            <p:ph type="title"/>
          </p:nvPr>
        </p:nvSpPr>
        <p:spPr>
          <a:xfrm>
            <a:off x="572493" y="238539"/>
            <a:ext cx="11018520" cy="1434415"/>
          </a:xfrm>
        </p:spPr>
        <p:txBody>
          <a:bodyPr anchor="b">
            <a:normAutofit/>
          </a:bodyPr>
          <a:lstStyle/>
          <a:p>
            <a:r>
              <a:rPr lang="en-US" sz="6600">
                <a:solidFill>
                  <a:schemeClr val="accent2"/>
                </a:solidFill>
                <a:latin typeface="American Typewriter Condensed L" panose="02090306020004020304" pitchFamily="18" charset="77"/>
                <a:ea typeface="ADLaM Display" panose="02010000000000000000" pitchFamily="2" charset="77"/>
                <a:cs typeface="ADLaM Display" panose="02010000000000000000" pitchFamily="2" charset="77"/>
              </a:rPr>
              <a:t>Transaction </a:t>
            </a:r>
            <a:r>
              <a:rPr lang="en-US" sz="5400">
                <a:solidFill>
                  <a:schemeClr val="accent2"/>
                </a:solidFill>
                <a:latin typeface="American Typewriter Condensed L" panose="02090306020004020304" pitchFamily="18" charset="77"/>
                <a:ea typeface="ADLaM Display" panose="02010000000000000000" pitchFamily="2" charset="77"/>
                <a:cs typeface="ADLaM Display" panose="02010000000000000000" pitchFamily="2" charset="77"/>
              </a:rPr>
              <a:t>(overview)</a:t>
            </a:r>
          </a:p>
        </p:txBody>
      </p:sp>
      <p:sp>
        <p:nvSpPr>
          <p:cNvPr id="4112" name="sketchy line">
            <a:extLst>
              <a:ext uri="{FF2B5EF4-FFF2-40B4-BE49-F238E27FC236}">
                <a16:creationId xmlns:a16="http://schemas.microsoft.com/office/drawing/2014/main" id="{06485AE5-188F-2947-5C3F-882FD1DE6A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314" name="Picture 2">
            <a:extLst>
              <a:ext uri="{FF2B5EF4-FFF2-40B4-BE49-F238E27FC236}">
                <a16:creationId xmlns:a16="http://schemas.microsoft.com/office/drawing/2014/main" id="{2709725C-2E42-98ED-A4DE-B15222C9B2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847" y="1911493"/>
            <a:ext cx="7874000" cy="467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5430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33FAB73-16EB-63BD-38E9-827240721A0A}"/>
            </a:ext>
          </a:extLst>
        </p:cNvPr>
        <p:cNvGrpSpPr/>
        <p:nvPr/>
      </p:nvGrpSpPr>
      <p:grpSpPr>
        <a:xfrm>
          <a:off x="0" y="0"/>
          <a:ext cx="0" cy="0"/>
          <a:chOff x="0" y="0"/>
          <a:chExt cx="0" cy="0"/>
        </a:xfrm>
      </p:grpSpPr>
      <p:sp useBgFill="1">
        <p:nvSpPr>
          <p:cNvPr id="4110" name="Rectangle 4109">
            <a:extLst>
              <a:ext uri="{FF2B5EF4-FFF2-40B4-BE49-F238E27FC236}">
                <a16:creationId xmlns:a16="http://schemas.microsoft.com/office/drawing/2014/main" id="{D82FD92A-050D-FC87-A503-286A754613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A7ECD2-C2C8-419F-39F7-DD3B134E0367}"/>
              </a:ext>
            </a:extLst>
          </p:cNvPr>
          <p:cNvSpPr>
            <a:spLocks noGrp="1"/>
          </p:cNvSpPr>
          <p:nvPr>
            <p:ph type="title"/>
          </p:nvPr>
        </p:nvSpPr>
        <p:spPr>
          <a:xfrm>
            <a:off x="572493" y="238539"/>
            <a:ext cx="11018520" cy="1434415"/>
          </a:xfrm>
        </p:spPr>
        <p:txBody>
          <a:bodyPr anchor="b">
            <a:normAutofit/>
          </a:bodyPr>
          <a:lstStyle/>
          <a:p>
            <a:r>
              <a:rPr lang="en-US" sz="6600">
                <a:solidFill>
                  <a:schemeClr val="accent2"/>
                </a:solidFill>
                <a:latin typeface="American Typewriter Condensed L" panose="02090306020004020304" pitchFamily="18" charset="77"/>
                <a:ea typeface="ADLaM Display" panose="02010000000000000000" pitchFamily="2" charset="77"/>
                <a:cs typeface="ADLaM Display" panose="02010000000000000000" pitchFamily="2" charset="77"/>
              </a:rPr>
              <a:t>Transaction </a:t>
            </a:r>
            <a:r>
              <a:rPr lang="en-US" sz="5400">
                <a:solidFill>
                  <a:schemeClr val="accent2"/>
                </a:solidFill>
                <a:latin typeface="American Typewriter Condensed L" panose="02090306020004020304" pitchFamily="18" charset="77"/>
                <a:ea typeface="ADLaM Display" panose="02010000000000000000" pitchFamily="2" charset="77"/>
                <a:cs typeface="ADLaM Display" panose="02010000000000000000" pitchFamily="2" charset="77"/>
              </a:rPr>
              <a:t>(overview)</a:t>
            </a:r>
          </a:p>
        </p:txBody>
      </p:sp>
      <p:sp>
        <p:nvSpPr>
          <p:cNvPr id="4112" name="sketchy line">
            <a:extLst>
              <a:ext uri="{FF2B5EF4-FFF2-40B4-BE49-F238E27FC236}">
                <a16:creationId xmlns:a16="http://schemas.microsoft.com/office/drawing/2014/main" id="{0FC13395-26DC-78B6-C546-373EEFA592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362" name="Picture 2">
            <a:extLst>
              <a:ext uri="{FF2B5EF4-FFF2-40B4-BE49-F238E27FC236}">
                <a16:creationId xmlns:a16="http://schemas.microsoft.com/office/drawing/2014/main" id="{F948C0D4-DBFC-CBC7-8280-CDF86A3501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0730" y="1751433"/>
            <a:ext cx="4256740" cy="486802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925697C-A30E-317C-5DC3-36809A349CEC}"/>
              </a:ext>
            </a:extLst>
          </p:cNvPr>
          <p:cNvSpPr txBox="1"/>
          <p:nvPr/>
        </p:nvSpPr>
        <p:spPr>
          <a:xfrm>
            <a:off x="423583" y="2921168"/>
            <a:ext cx="6333565" cy="1015663"/>
          </a:xfrm>
          <a:prstGeom prst="rect">
            <a:avLst/>
          </a:prstGeom>
          <a:noFill/>
        </p:spPr>
        <p:txBody>
          <a:bodyPr wrap="square" rtlCol="0">
            <a:spAutoFit/>
          </a:bodyPr>
          <a:lstStyle/>
          <a:p>
            <a:pPr marL="285750" indent="-285750">
              <a:buFont typeface="Arial" panose="020B0604020202020204" pitchFamily="34" charset="0"/>
              <a:buChar char="•"/>
            </a:pPr>
            <a:r>
              <a:rPr lang="en-US" sz="2000"/>
              <a:t>Index column generated to generate TransactionID</a:t>
            </a:r>
          </a:p>
          <a:p>
            <a:pPr marL="285750" indent="-285750">
              <a:buFont typeface="Arial" panose="020B0604020202020204" pitchFamily="34" charset="0"/>
              <a:buChar char="•"/>
            </a:pPr>
            <a:r>
              <a:rPr lang="en-US" sz="2000"/>
              <a:t>Columns are unpivoted </a:t>
            </a:r>
          </a:p>
          <a:p>
            <a:endParaRPr lang="en-US" sz="2000"/>
          </a:p>
        </p:txBody>
      </p:sp>
    </p:spTree>
    <p:extLst>
      <p:ext uri="{BB962C8B-B14F-4D97-AF65-F5344CB8AC3E}">
        <p14:creationId xmlns:p14="http://schemas.microsoft.com/office/powerpoint/2010/main" val="17666318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CCC2D3-2052-051C-E7AC-D09047428CC3}"/>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F85DC45-AE08-0DA6-6D54-CC868EBCAC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134D60BA-7245-6665-DBB3-BA3849EB0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3203463" y="-2060461"/>
            <a:ext cx="5649003" cy="10651671"/>
          </a:xfrm>
          <a:custGeom>
            <a:avLst/>
            <a:gdLst>
              <a:gd name="connsiteX0" fmla="*/ 0 w 5649003"/>
              <a:gd name="connsiteY0" fmla="*/ 5325836 h 10651671"/>
              <a:gd name="connsiteX1" fmla="*/ 2824502 w 5649003"/>
              <a:gd name="connsiteY1" fmla="*/ 0 h 10651671"/>
              <a:gd name="connsiteX2" fmla="*/ 5649004 w 5649003"/>
              <a:gd name="connsiteY2" fmla="*/ 5325836 h 10651671"/>
              <a:gd name="connsiteX3" fmla="*/ 2824502 w 5649003"/>
              <a:gd name="connsiteY3" fmla="*/ 10651672 h 10651671"/>
              <a:gd name="connsiteX4" fmla="*/ 0 w 5649003"/>
              <a:gd name="connsiteY4" fmla="*/ 5325836 h 106516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9003" h="10651671" fill="none" extrusionOk="0">
                <a:moveTo>
                  <a:pt x="0" y="5325836"/>
                </a:moveTo>
                <a:cubicBezTo>
                  <a:pt x="186946" y="2320485"/>
                  <a:pt x="1438121" y="-52385"/>
                  <a:pt x="2824502" y="0"/>
                </a:cubicBezTo>
                <a:cubicBezTo>
                  <a:pt x="4703838" y="-43168"/>
                  <a:pt x="5583840" y="2369660"/>
                  <a:pt x="5649004" y="5325836"/>
                </a:cubicBezTo>
                <a:cubicBezTo>
                  <a:pt x="5518761" y="8289338"/>
                  <a:pt x="4285196" y="10894014"/>
                  <a:pt x="2824502" y="10651672"/>
                </a:cubicBezTo>
                <a:cubicBezTo>
                  <a:pt x="1536945" y="11016699"/>
                  <a:pt x="142947" y="8418643"/>
                  <a:pt x="0" y="5325836"/>
                </a:cubicBezTo>
                <a:close/>
              </a:path>
              <a:path w="5649003" h="10651671" stroke="0" extrusionOk="0">
                <a:moveTo>
                  <a:pt x="0" y="5325836"/>
                </a:moveTo>
                <a:cubicBezTo>
                  <a:pt x="-54350" y="2332108"/>
                  <a:pt x="1351726" y="167869"/>
                  <a:pt x="2824502" y="0"/>
                </a:cubicBezTo>
                <a:cubicBezTo>
                  <a:pt x="4182679" y="-143942"/>
                  <a:pt x="5672665" y="2549517"/>
                  <a:pt x="5649004" y="5325836"/>
                </a:cubicBezTo>
                <a:cubicBezTo>
                  <a:pt x="5518596" y="8280244"/>
                  <a:pt x="4081190" y="10622204"/>
                  <a:pt x="2824502" y="10651672"/>
                </a:cubicBezTo>
                <a:cubicBezTo>
                  <a:pt x="1216708" y="10537144"/>
                  <a:pt x="-100850" y="8264979"/>
                  <a:pt x="0" y="5325836"/>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3743190">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5C79CC-2C44-5191-55CE-E772102B57A8}"/>
              </a:ext>
            </a:extLst>
          </p:cNvPr>
          <p:cNvSpPr>
            <a:spLocks noGrp="1"/>
          </p:cNvSpPr>
          <p:nvPr>
            <p:ph type="title"/>
          </p:nvPr>
        </p:nvSpPr>
        <p:spPr>
          <a:xfrm>
            <a:off x="2066544" y="1911096"/>
            <a:ext cx="8055864" cy="2076651"/>
          </a:xfrm>
        </p:spPr>
        <p:txBody>
          <a:bodyPr vert="horz" lIns="91440" tIns="45720" rIns="91440" bIns="45720" rtlCol="0" anchor="b">
            <a:normAutofit/>
          </a:bodyPr>
          <a:lstStyle/>
          <a:p>
            <a:pPr algn="ctr"/>
            <a:r>
              <a:rPr lang="en-US" sz="6200" kern="1200">
                <a:solidFill>
                  <a:srgbClr val="FFFFFF"/>
                </a:solidFill>
                <a:latin typeface="American Typewriter Condensed L" panose="02090306020004020304" pitchFamily="18" charset="77"/>
              </a:rPr>
              <a:t>Data </a:t>
            </a:r>
            <a:r>
              <a:rPr lang="en-US" sz="6200">
                <a:solidFill>
                  <a:srgbClr val="FFFFFF"/>
                </a:solidFill>
                <a:latin typeface="American Typewriter Condensed L" panose="02090306020004020304" pitchFamily="18" charset="77"/>
              </a:rPr>
              <a:t>Analysis</a:t>
            </a:r>
            <a:endParaRPr lang="en-US" sz="6200" kern="1200">
              <a:solidFill>
                <a:srgbClr val="FFFFFF"/>
              </a:solidFill>
              <a:latin typeface="American Typewriter Condensed L" panose="02090306020004020304" pitchFamily="18" charset="77"/>
            </a:endParaRPr>
          </a:p>
        </p:txBody>
      </p:sp>
      <p:sp>
        <p:nvSpPr>
          <p:cNvPr id="22" name="sketch line">
            <a:extLst>
              <a:ext uri="{FF2B5EF4-FFF2-40B4-BE49-F238E27FC236}">
                <a16:creationId xmlns:a16="http://schemas.microsoft.com/office/drawing/2014/main" id="{9B5E24F8-EB26-E808-2ABD-74B67922C5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173498"/>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87162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4F8CCD-940A-1A59-BC04-ABDDEDFDEED2}"/>
            </a:ext>
          </a:extLst>
        </p:cNvPr>
        <p:cNvGrpSpPr/>
        <p:nvPr/>
      </p:nvGrpSpPr>
      <p:grpSpPr>
        <a:xfrm>
          <a:off x="0" y="0"/>
          <a:ext cx="0" cy="0"/>
          <a:chOff x="0" y="0"/>
          <a:chExt cx="0" cy="0"/>
        </a:xfrm>
      </p:grpSpPr>
      <p:sp useBgFill="1">
        <p:nvSpPr>
          <p:cNvPr id="4110" name="Rectangle 4109">
            <a:extLst>
              <a:ext uri="{FF2B5EF4-FFF2-40B4-BE49-F238E27FC236}">
                <a16:creationId xmlns:a16="http://schemas.microsoft.com/office/drawing/2014/main" id="{9D3EBF3D-4AD9-37DC-25DC-657301A7AB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606F0C-68D1-8225-25C9-FB2DE2082EA6}"/>
              </a:ext>
            </a:extLst>
          </p:cNvPr>
          <p:cNvSpPr>
            <a:spLocks noGrp="1"/>
          </p:cNvSpPr>
          <p:nvPr>
            <p:ph type="title"/>
          </p:nvPr>
        </p:nvSpPr>
        <p:spPr>
          <a:xfrm>
            <a:off x="572493" y="238539"/>
            <a:ext cx="11018520" cy="1434415"/>
          </a:xfrm>
        </p:spPr>
        <p:txBody>
          <a:bodyPr anchor="b">
            <a:normAutofit/>
          </a:bodyPr>
          <a:lstStyle/>
          <a:p>
            <a:r>
              <a:rPr lang="en-US" sz="6600">
                <a:solidFill>
                  <a:schemeClr val="accent2"/>
                </a:solidFill>
                <a:latin typeface="American Typewriter Condensed L" panose="02090306020004020304" pitchFamily="18" charset="77"/>
                <a:ea typeface="ADLaM Display" panose="02010000000000000000" pitchFamily="2" charset="77"/>
                <a:cs typeface="ADLaM Display" panose="02010000000000000000" pitchFamily="2" charset="77"/>
              </a:rPr>
              <a:t>Survey Analysis</a:t>
            </a:r>
            <a:endParaRPr lang="en-US" sz="5400">
              <a:solidFill>
                <a:schemeClr val="accent2"/>
              </a:solidFill>
              <a:latin typeface="American Typewriter Condensed L" panose="02090306020004020304" pitchFamily="18" charset="77"/>
              <a:ea typeface="ADLaM Display" panose="02010000000000000000" pitchFamily="2" charset="77"/>
              <a:cs typeface="ADLaM Display" panose="02010000000000000000" pitchFamily="2" charset="77"/>
            </a:endParaRPr>
          </a:p>
        </p:txBody>
      </p:sp>
      <p:sp>
        <p:nvSpPr>
          <p:cNvPr id="4112" name="sketchy line">
            <a:extLst>
              <a:ext uri="{FF2B5EF4-FFF2-40B4-BE49-F238E27FC236}">
                <a16:creationId xmlns:a16="http://schemas.microsoft.com/office/drawing/2014/main" id="{E54C4B52-424C-6A05-E0BA-C7B0059BAC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03FEBF3-529E-7814-511E-10C3B09A274A}"/>
              </a:ext>
            </a:extLst>
          </p:cNvPr>
          <p:cNvSpPr txBox="1"/>
          <p:nvPr/>
        </p:nvSpPr>
        <p:spPr>
          <a:xfrm>
            <a:off x="572493" y="1911493"/>
            <a:ext cx="11120366" cy="2554545"/>
          </a:xfrm>
          <a:prstGeom prst="rect">
            <a:avLst/>
          </a:prstGeom>
          <a:noFill/>
        </p:spPr>
        <p:txBody>
          <a:bodyPr wrap="square" rtlCol="0">
            <a:spAutoFit/>
          </a:bodyPr>
          <a:lstStyle/>
          <a:p>
            <a:pPr marL="285750" indent="-285750">
              <a:buFont typeface="Arial" panose="020B0604020202020204" pitchFamily="34" charset="0"/>
              <a:buChar char="•"/>
            </a:pPr>
            <a:r>
              <a:rPr lang="en-US" sz="2000" dirty="0"/>
              <a:t>Classification technique used prelabeled groupings and decision tree.</a:t>
            </a:r>
          </a:p>
          <a:p>
            <a:pPr marL="285750" indent="-285750">
              <a:buFont typeface="Arial" panose="020B0604020202020204" pitchFamily="34" charset="0"/>
              <a:buChar char="•"/>
            </a:pPr>
            <a:r>
              <a:rPr lang="en-US" sz="2000" dirty="0"/>
              <a:t>Why Classification?</a:t>
            </a:r>
          </a:p>
          <a:p>
            <a:pPr marL="285750" indent="-285750">
              <a:buFont typeface="Arial" panose="020B0604020202020204" pitchFamily="34" charset="0"/>
              <a:buChar char="•"/>
            </a:pPr>
            <a:r>
              <a:rPr lang="en-SG" sz="2000" b="0" i="0" u="none" strike="noStrike" dirty="0">
                <a:solidFill>
                  <a:srgbClr val="000000"/>
                </a:solidFill>
                <a:effectLst/>
              </a:rPr>
              <a:t> The following 2 patterns were derived:</a:t>
            </a:r>
          </a:p>
          <a:p>
            <a:pPr marL="457200" rtl="0" fontAlgn="base">
              <a:buFont typeface="+mj-lt"/>
              <a:buAutoNum type="arabicPeriod"/>
            </a:pPr>
            <a:r>
              <a:rPr lang="en-SG" sz="2000" b="0" i="0" u="none" strike="noStrike" dirty="0">
                <a:solidFill>
                  <a:srgbClr val="000000"/>
                </a:solidFill>
                <a:effectLst/>
              </a:rPr>
              <a:t>In-store shopping vs Delivery preference</a:t>
            </a:r>
          </a:p>
          <a:p>
            <a:pPr marL="457200" rtl="0" fontAlgn="base">
              <a:buFont typeface="+mj-lt"/>
              <a:buAutoNum type="arabicPeriod"/>
            </a:pPr>
            <a:r>
              <a:rPr lang="en-SG" sz="2000" dirty="0">
                <a:solidFill>
                  <a:srgbClr val="000000"/>
                </a:solidFill>
              </a:rPr>
              <a:t>Satisfaction levels and how it relates to whether customers own loyalty card of others</a:t>
            </a:r>
            <a:br>
              <a:rPr lang="en-SG" sz="2000" b="0" i="0" u="none" strike="noStrike" dirty="0">
                <a:solidFill>
                  <a:srgbClr val="000000"/>
                </a:solidFill>
                <a:effectLst/>
              </a:rPr>
            </a:br>
            <a:endParaRPr lang="en-SG" sz="2000" b="0" i="0" u="none" strike="noStrike" dirty="0">
              <a:solidFill>
                <a:srgbClr val="000000"/>
              </a:solidFill>
              <a:effectLst/>
            </a:endParaRP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p:txBody>
      </p:sp>
    </p:spTree>
    <p:extLst>
      <p:ext uri="{BB962C8B-B14F-4D97-AF65-F5344CB8AC3E}">
        <p14:creationId xmlns:p14="http://schemas.microsoft.com/office/powerpoint/2010/main" val="18839193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7" name="Add-in 6">
                <a:extLst>
                  <a:ext uri="{FF2B5EF4-FFF2-40B4-BE49-F238E27FC236}">
                    <a16:creationId xmlns:a16="http://schemas.microsoft.com/office/drawing/2014/main" id="{744EB01A-2580-BB8F-E44F-CBEEEBBB09F9}"/>
                  </a:ext>
                </a:extLst>
              </p:cNvPr>
              <p:cNvGraphicFramePr>
                <a:graphicFrameLocks noGrp="1"/>
              </p:cNvGraphicFramePr>
              <p:nvPr>
                <p:extLst>
                  <p:ext uri="{D42A27DB-BD31-4B8C-83A1-F6EECF244321}">
                    <p14:modId xmlns:p14="http://schemas.microsoft.com/office/powerpoint/2010/main" val="4099494102"/>
                  </p:ext>
                </p:extLst>
              </p:nvPr>
            </p:nvGraphicFramePr>
            <p:xfrm>
              <a:off x="300000" y="171450"/>
              <a:ext cx="11592000" cy="6515099"/>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7" name="Add-in 6">
                <a:extLst>
                  <a:ext uri="{FF2B5EF4-FFF2-40B4-BE49-F238E27FC236}">
                    <a16:creationId xmlns:a16="http://schemas.microsoft.com/office/drawing/2014/main" id="{744EB01A-2580-BB8F-E44F-CBEEEBBB09F9}"/>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300000" y="171450"/>
                <a:ext cx="11592000" cy="6515099"/>
              </a:xfrm>
              <a:prstGeom prst="rect">
                <a:avLst/>
              </a:prstGeom>
            </p:spPr>
          </p:pic>
        </mc:Fallback>
      </mc:AlternateContent>
    </p:spTree>
    <p:extLst>
      <p:ext uri="{BB962C8B-B14F-4D97-AF65-F5344CB8AC3E}">
        <p14:creationId xmlns:p14="http://schemas.microsoft.com/office/powerpoint/2010/main" val="27542831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6" name="Add-in 5">
                <a:extLst>
                  <a:ext uri="{FF2B5EF4-FFF2-40B4-BE49-F238E27FC236}">
                    <a16:creationId xmlns:a16="http://schemas.microsoft.com/office/drawing/2014/main" id="{2DD12FE8-9903-26F6-D8FC-DCCC3FC86526}"/>
                  </a:ext>
                </a:extLst>
              </p:cNvPr>
              <p:cNvGraphicFramePr>
                <a:graphicFrameLocks noGrp="1"/>
              </p:cNvGraphicFramePr>
              <p:nvPr>
                <p:extLst>
                  <p:ext uri="{D42A27DB-BD31-4B8C-83A1-F6EECF244321}">
                    <p14:modId xmlns:p14="http://schemas.microsoft.com/office/powerpoint/2010/main" val="1978450628"/>
                  </p:ext>
                </p:extLst>
              </p:nvPr>
            </p:nvGraphicFramePr>
            <p:xfrm>
              <a:off x="300000" y="171000"/>
              <a:ext cx="11592000" cy="65160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6" name="Add-in 5">
                <a:extLst>
                  <a:ext uri="{FF2B5EF4-FFF2-40B4-BE49-F238E27FC236}">
                    <a16:creationId xmlns:a16="http://schemas.microsoft.com/office/drawing/2014/main" id="{2DD12FE8-9903-26F6-D8FC-DCCC3FC86526}"/>
                  </a:ext>
                </a:extLst>
              </p:cNvPr>
              <p:cNvPicPr>
                <a:picLocks noGrp="1" noRot="1" noChangeAspect="1" noMove="1" noResize="1" noEditPoints="1" noAdjustHandles="1" noChangeArrowheads="1" noChangeShapeType="1"/>
              </p:cNvPicPr>
              <p:nvPr/>
            </p:nvPicPr>
            <p:blipFill>
              <a:blip r:embed="rId3">
                <a:clrChange>
                  <a:clrFrom>
                    <a:prstClr val="black"/>
                  </a:clrFrom>
                  <a:clrTo>
                    <a:prstClr val="black">
                      <a:alpha val="0"/>
                    </a:prstClr>
                  </a:clrTo>
                </a:clrChange>
              </a:blip>
              <a:stretch>
                <a:fillRect/>
              </a:stretch>
            </p:blipFill>
            <p:spPr>
              <a:xfrm>
                <a:off x="300000" y="171000"/>
                <a:ext cx="11592000" cy="6516000"/>
              </a:xfrm>
              <a:prstGeom prst="rect">
                <a:avLst/>
              </a:prstGeom>
            </p:spPr>
          </p:pic>
        </mc:Fallback>
      </mc:AlternateContent>
    </p:spTree>
    <p:extLst>
      <p:ext uri="{BB962C8B-B14F-4D97-AF65-F5344CB8AC3E}">
        <p14:creationId xmlns:p14="http://schemas.microsoft.com/office/powerpoint/2010/main" val="31631812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166C98-D100-0A55-48FD-BC51D94F5568}"/>
            </a:ext>
          </a:extLst>
        </p:cNvPr>
        <p:cNvGrpSpPr/>
        <p:nvPr/>
      </p:nvGrpSpPr>
      <p:grpSpPr>
        <a:xfrm>
          <a:off x="0" y="0"/>
          <a:ext cx="0" cy="0"/>
          <a:chOff x="0" y="0"/>
          <a:chExt cx="0" cy="0"/>
        </a:xfrm>
      </p:grpSpPr>
      <p:sp useBgFill="1">
        <p:nvSpPr>
          <p:cNvPr id="4110" name="Rectangle 4109">
            <a:extLst>
              <a:ext uri="{FF2B5EF4-FFF2-40B4-BE49-F238E27FC236}">
                <a16:creationId xmlns:a16="http://schemas.microsoft.com/office/drawing/2014/main" id="{79A6447E-0BD3-7EFE-23E2-F41BE79A94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E9E0B6-2E63-0C05-3142-0F5683BFBA3A}"/>
              </a:ext>
            </a:extLst>
          </p:cNvPr>
          <p:cNvSpPr>
            <a:spLocks noGrp="1"/>
          </p:cNvSpPr>
          <p:nvPr>
            <p:ph type="title"/>
          </p:nvPr>
        </p:nvSpPr>
        <p:spPr>
          <a:xfrm>
            <a:off x="572493" y="238539"/>
            <a:ext cx="11018520" cy="1434415"/>
          </a:xfrm>
        </p:spPr>
        <p:txBody>
          <a:bodyPr anchor="b">
            <a:normAutofit/>
          </a:bodyPr>
          <a:lstStyle/>
          <a:p>
            <a:r>
              <a:rPr lang="en-US" sz="6600" dirty="0">
                <a:solidFill>
                  <a:schemeClr val="accent2"/>
                </a:solidFill>
                <a:latin typeface="American Typewriter Condensed L" panose="02090306020004020304" pitchFamily="18" charset="77"/>
                <a:ea typeface="ADLaM Display" panose="02010000000000000000" pitchFamily="2" charset="77"/>
                <a:cs typeface="ADLaM Display" panose="02010000000000000000" pitchFamily="2" charset="77"/>
              </a:rPr>
              <a:t>Transaction Analysis</a:t>
            </a:r>
            <a:endParaRPr lang="en-US" sz="5400" dirty="0">
              <a:solidFill>
                <a:schemeClr val="accent2"/>
              </a:solidFill>
              <a:latin typeface="American Typewriter Condensed L" panose="02090306020004020304" pitchFamily="18" charset="77"/>
              <a:ea typeface="ADLaM Display" panose="02010000000000000000" pitchFamily="2" charset="77"/>
              <a:cs typeface="ADLaM Display" panose="02010000000000000000" pitchFamily="2" charset="77"/>
            </a:endParaRPr>
          </a:p>
        </p:txBody>
      </p:sp>
      <p:sp>
        <p:nvSpPr>
          <p:cNvPr id="4112" name="sketchy line">
            <a:extLst>
              <a:ext uri="{FF2B5EF4-FFF2-40B4-BE49-F238E27FC236}">
                <a16:creationId xmlns:a16="http://schemas.microsoft.com/office/drawing/2014/main" id="{CA336516-97EC-0797-BE12-F5870A1B12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3BE1018-7E0C-6886-A637-5C27DB51967D}"/>
              </a:ext>
            </a:extLst>
          </p:cNvPr>
          <p:cNvSpPr txBox="1"/>
          <p:nvPr/>
        </p:nvSpPr>
        <p:spPr>
          <a:xfrm>
            <a:off x="470647" y="1882588"/>
            <a:ext cx="11120366" cy="2246769"/>
          </a:xfrm>
          <a:prstGeom prst="rect">
            <a:avLst/>
          </a:prstGeom>
          <a:noFill/>
        </p:spPr>
        <p:txBody>
          <a:bodyPr wrap="square" rtlCol="0">
            <a:spAutoFit/>
          </a:bodyPr>
          <a:lstStyle/>
          <a:p>
            <a:pPr marL="285750" indent="-285750">
              <a:buFont typeface="Arial" panose="020B0604020202020204" pitchFamily="34" charset="0"/>
              <a:buChar char="•"/>
            </a:pPr>
            <a:r>
              <a:rPr lang="en-SG" sz="2000" b="0" i="0" u="none" strike="noStrike" dirty="0">
                <a:solidFill>
                  <a:srgbClr val="000000"/>
                </a:solidFill>
                <a:effectLst/>
              </a:rPr>
              <a:t>Association Rule Mining (Market Basket Analysis) and Clustering</a:t>
            </a:r>
            <a:r>
              <a:rPr lang="en-US" sz="2000" dirty="0"/>
              <a:t> technique used</a:t>
            </a:r>
          </a:p>
          <a:p>
            <a:pPr marL="285750" indent="-285750">
              <a:buFont typeface="Arial" panose="020B0604020202020204" pitchFamily="34" charset="0"/>
              <a:buChar char="•"/>
            </a:pPr>
            <a:r>
              <a:rPr lang="en-US" sz="2000" dirty="0"/>
              <a:t>Why were the 2 methods chosen ?</a:t>
            </a:r>
          </a:p>
          <a:p>
            <a:pPr rtl="0" fontAlgn="base">
              <a:buFont typeface="Arial" panose="020B0604020202020204" pitchFamily="34" charset="0"/>
              <a:buChar char="•"/>
            </a:pPr>
            <a:r>
              <a:rPr lang="en-SG" sz="2000" b="0" i="0" u="none" strike="noStrike" dirty="0">
                <a:solidFill>
                  <a:srgbClr val="000000"/>
                </a:solidFill>
                <a:effectLst/>
              </a:rPr>
              <a:t> The following 2 knowledge were derived:</a:t>
            </a:r>
          </a:p>
          <a:p>
            <a:pPr marL="457200" rtl="0" fontAlgn="base">
              <a:buFont typeface="+mj-lt"/>
              <a:buAutoNum type="arabicPeriod"/>
            </a:pPr>
            <a:r>
              <a:rPr lang="en-SG" sz="2000" b="0" i="0" u="none" strike="noStrike" dirty="0">
                <a:solidFill>
                  <a:srgbClr val="000000"/>
                </a:solidFill>
                <a:effectLst/>
              </a:rPr>
              <a:t>Item that were bought together</a:t>
            </a:r>
          </a:p>
          <a:p>
            <a:pPr marL="457200" rtl="0" fontAlgn="base">
              <a:buFont typeface="+mj-lt"/>
              <a:buAutoNum type="arabicPeriod"/>
            </a:pPr>
            <a:r>
              <a:rPr lang="en-SG" sz="2000" dirty="0">
                <a:solidFill>
                  <a:srgbClr val="000000"/>
                </a:solidFill>
              </a:rPr>
              <a:t>Identifying the outlier </a:t>
            </a:r>
            <a:endParaRPr lang="en-SG" sz="2000" b="0" i="0" u="none" strike="noStrike" dirty="0">
              <a:solidFill>
                <a:srgbClr val="000000"/>
              </a:solidFill>
              <a:effectLst/>
            </a:endParaRP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p:txBody>
      </p:sp>
    </p:spTree>
    <p:extLst>
      <p:ext uri="{BB962C8B-B14F-4D97-AF65-F5344CB8AC3E}">
        <p14:creationId xmlns:p14="http://schemas.microsoft.com/office/powerpoint/2010/main" val="9092892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Content Placeholder 3">
                <a:extLst>
                  <a:ext uri="{FF2B5EF4-FFF2-40B4-BE49-F238E27FC236}">
                    <a16:creationId xmlns:a16="http://schemas.microsoft.com/office/drawing/2014/main" id="{413923AC-7224-D41E-08F5-1004C135E7B5}"/>
                  </a:ext>
                </a:extLst>
              </p:cNvPr>
              <p:cNvGraphicFramePr>
                <a:graphicFrameLocks noGrp="1"/>
              </p:cNvGraphicFramePr>
              <p:nvPr>
                <p:ph idx="1"/>
                <p:extLst>
                  <p:ext uri="{D42A27DB-BD31-4B8C-83A1-F6EECF244321}">
                    <p14:modId xmlns:p14="http://schemas.microsoft.com/office/powerpoint/2010/main" val="894015775"/>
                  </p:ext>
                </p:extLst>
              </p:nvPr>
            </p:nvGraphicFramePr>
            <p:xfrm>
              <a:off x="300000" y="171000"/>
              <a:ext cx="11592000" cy="6516000"/>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4" name="Content Placeholder 3">
                <a:extLst>
                  <a:ext uri="{FF2B5EF4-FFF2-40B4-BE49-F238E27FC236}">
                    <a16:creationId xmlns:a16="http://schemas.microsoft.com/office/drawing/2014/main" id="{413923AC-7224-D41E-08F5-1004C135E7B5}"/>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300000" y="171000"/>
                <a:ext cx="11592000" cy="6516000"/>
              </a:xfrm>
              <a:prstGeom prst="rect">
                <a:avLst/>
              </a:prstGeom>
            </p:spPr>
          </p:pic>
        </mc:Fallback>
      </mc:AlternateContent>
    </p:spTree>
    <p:extLst>
      <p:ext uri="{BB962C8B-B14F-4D97-AF65-F5344CB8AC3E}">
        <p14:creationId xmlns:p14="http://schemas.microsoft.com/office/powerpoint/2010/main" val="19261669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96A20A-CA1F-FE40-D4EF-5C5FCAC0BEFF}"/>
            </a:ext>
          </a:extLst>
        </p:cNvPr>
        <p:cNvGrpSpPr/>
        <p:nvPr/>
      </p:nvGrpSpPr>
      <p:grpSpPr>
        <a:xfrm>
          <a:off x="0" y="0"/>
          <a:ext cx="0" cy="0"/>
          <a:chOff x="0" y="0"/>
          <a:chExt cx="0" cy="0"/>
        </a:xfrm>
      </p:grpSpPr>
      <p:sp useBgFill="1">
        <p:nvSpPr>
          <p:cNvPr id="4110" name="Rectangle 4109">
            <a:extLst>
              <a:ext uri="{FF2B5EF4-FFF2-40B4-BE49-F238E27FC236}">
                <a16:creationId xmlns:a16="http://schemas.microsoft.com/office/drawing/2014/main" id="{853D6FCA-6B65-FDD8-159E-16D406ADA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13C10C-1144-E05B-05AA-C7F3868D9082}"/>
              </a:ext>
            </a:extLst>
          </p:cNvPr>
          <p:cNvSpPr>
            <a:spLocks noGrp="1"/>
          </p:cNvSpPr>
          <p:nvPr>
            <p:ph type="title"/>
          </p:nvPr>
        </p:nvSpPr>
        <p:spPr>
          <a:xfrm>
            <a:off x="572493" y="238539"/>
            <a:ext cx="11018520" cy="1434415"/>
          </a:xfrm>
        </p:spPr>
        <p:txBody>
          <a:bodyPr anchor="b">
            <a:normAutofit/>
          </a:bodyPr>
          <a:lstStyle/>
          <a:p>
            <a:r>
              <a:rPr lang="en-US" sz="6600">
                <a:solidFill>
                  <a:schemeClr val="accent2"/>
                </a:solidFill>
                <a:latin typeface="American Typewriter Condensed L" panose="02090306020004020304" pitchFamily="18" charset="77"/>
                <a:ea typeface="ADLaM Display" panose="02010000000000000000" pitchFamily="2" charset="77"/>
                <a:cs typeface="ADLaM Display" panose="02010000000000000000" pitchFamily="2" charset="77"/>
              </a:rPr>
              <a:t>Profile Analysis</a:t>
            </a:r>
            <a:endParaRPr lang="en-US" sz="5400">
              <a:solidFill>
                <a:schemeClr val="accent2"/>
              </a:solidFill>
              <a:latin typeface="American Typewriter Condensed L" panose="02090306020004020304" pitchFamily="18" charset="77"/>
              <a:ea typeface="ADLaM Display" panose="02010000000000000000" pitchFamily="2" charset="77"/>
              <a:cs typeface="ADLaM Display" panose="02010000000000000000" pitchFamily="2" charset="77"/>
            </a:endParaRPr>
          </a:p>
        </p:txBody>
      </p:sp>
      <p:sp>
        <p:nvSpPr>
          <p:cNvPr id="4112" name="sketchy line">
            <a:extLst>
              <a:ext uri="{FF2B5EF4-FFF2-40B4-BE49-F238E27FC236}">
                <a16:creationId xmlns:a16="http://schemas.microsoft.com/office/drawing/2014/main" id="{E1B4B967-744E-26CA-4221-C85F2AD53A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7F2E761-6644-5DA0-3F39-5CF150C5E6EE}"/>
              </a:ext>
            </a:extLst>
          </p:cNvPr>
          <p:cNvSpPr txBox="1"/>
          <p:nvPr/>
        </p:nvSpPr>
        <p:spPr>
          <a:xfrm>
            <a:off x="521570" y="1911493"/>
            <a:ext cx="11120366" cy="1631216"/>
          </a:xfrm>
          <a:prstGeom prst="rect">
            <a:avLst/>
          </a:prstGeom>
          <a:noFill/>
        </p:spPr>
        <p:txBody>
          <a:bodyPr wrap="square" rtlCol="0">
            <a:spAutoFit/>
          </a:bodyPr>
          <a:lstStyle/>
          <a:p>
            <a:pPr marL="285750" indent="-285750">
              <a:buFont typeface="Arial" panose="020B0604020202020204" pitchFamily="34" charset="0"/>
              <a:buChar char="•"/>
            </a:pPr>
            <a:r>
              <a:rPr lang="en-SG" sz="2000" b="0" i="0" u="none" strike="noStrike" dirty="0">
                <a:solidFill>
                  <a:srgbClr val="000000"/>
                </a:solidFill>
                <a:effectLst/>
              </a:rPr>
              <a:t>Classification using decision tree </a:t>
            </a:r>
            <a:r>
              <a:rPr lang="en-US" sz="2000" dirty="0"/>
              <a:t>used &amp; association analysis using heatmap</a:t>
            </a:r>
          </a:p>
          <a:p>
            <a:pPr marL="285750" indent="-285750">
              <a:buFont typeface="Arial" panose="020B0604020202020204" pitchFamily="34" charset="0"/>
              <a:buChar char="•"/>
            </a:pPr>
            <a:r>
              <a:rPr lang="en-US" sz="2000" dirty="0"/>
              <a:t>Why was Decision Tree and Heatmap used ?</a:t>
            </a:r>
          </a:p>
          <a:p>
            <a:pPr marL="285750" indent="-285750">
              <a:buFont typeface="Arial" panose="020B0604020202020204" pitchFamily="34" charset="0"/>
              <a:buChar char="•"/>
            </a:pPr>
            <a:r>
              <a:rPr lang="en-SG" sz="2000" b="0" i="0" u="none" strike="noStrike" dirty="0">
                <a:solidFill>
                  <a:srgbClr val="000000"/>
                </a:solidFill>
                <a:effectLst/>
              </a:rPr>
              <a:t>The following knowledge was derived:</a:t>
            </a:r>
          </a:p>
          <a:p>
            <a:pPr marL="914400" lvl="1" indent="-457200">
              <a:buFont typeface="+mj-lt"/>
              <a:buAutoNum type="arabicPeriod"/>
            </a:pPr>
            <a:r>
              <a:rPr lang="en-SG" sz="2000" dirty="0">
                <a:solidFill>
                  <a:srgbClr val="000000"/>
                </a:solidFill>
              </a:rPr>
              <a:t> Majority don’t pay using credit card regardless of their backgrounds</a:t>
            </a:r>
            <a:endParaRPr lang="en-US" sz="2000" dirty="0"/>
          </a:p>
          <a:p>
            <a:endParaRPr lang="en-US" sz="2000" dirty="0"/>
          </a:p>
        </p:txBody>
      </p:sp>
    </p:spTree>
    <p:extLst>
      <p:ext uri="{BB962C8B-B14F-4D97-AF65-F5344CB8AC3E}">
        <p14:creationId xmlns:p14="http://schemas.microsoft.com/office/powerpoint/2010/main" val="35397266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2" name="Add-in 1">
                <a:extLst>
                  <a:ext uri="{FF2B5EF4-FFF2-40B4-BE49-F238E27FC236}">
                    <a16:creationId xmlns:a16="http://schemas.microsoft.com/office/drawing/2014/main" id="{BD3668E8-CACB-2144-C15E-C281658E73F9}"/>
                  </a:ext>
                </a:extLst>
              </p:cNvPr>
              <p:cNvGraphicFramePr>
                <a:graphicFrameLocks noGrp="1"/>
              </p:cNvGraphicFramePr>
              <p:nvPr>
                <p:extLst>
                  <p:ext uri="{D42A27DB-BD31-4B8C-83A1-F6EECF244321}">
                    <p14:modId xmlns:p14="http://schemas.microsoft.com/office/powerpoint/2010/main" val="3610099903"/>
                  </p:ext>
                </p:extLst>
              </p:nvPr>
            </p:nvGraphicFramePr>
            <p:xfrm>
              <a:off x="300000" y="171000"/>
              <a:ext cx="11592000" cy="6516000"/>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2" name="Add-in 1">
                <a:extLst>
                  <a:ext uri="{FF2B5EF4-FFF2-40B4-BE49-F238E27FC236}">
                    <a16:creationId xmlns:a16="http://schemas.microsoft.com/office/drawing/2014/main" id="{BD3668E8-CACB-2144-C15E-C281658E73F9}"/>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300000" y="171000"/>
                <a:ext cx="11592000" cy="6516000"/>
              </a:xfrm>
              <a:prstGeom prst="rect">
                <a:avLst/>
              </a:prstGeom>
            </p:spPr>
          </p:pic>
        </mc:Fallback>
      </mc:AlternateContent>
    </p:spTree>
    <p:extLst>
      <p:ext uri="{BB962C8B-B14F-4D97-AF65-F5344CB8AC3E}">
        <p14:creationId xmlns:p14="http://schemas.microsoft.com/office/powerpoint/2010/main" val="37898330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2" name="Add-in 1">
                <a:extLst>
                  <a:ext uri="{FF2B5EF4-FFF2-40B4-BE49-F238E27FC236}">
                    <a16:creationId xmlns:a16="http://schemas.microsoft.com/office/drawing/2014/main" id="{12ADCA20-6F2F-3C64-9548-AFA75F14E988}"/>
                  </a:ext>
                </a:extLst>
              </p:cNvPr>
              <p:cNvGraphicFramePr>
                <a:graphicFrameLocks noGrp="1"/>
              </p:cNvGraphicFramePr>
              <p:nvPr>
                <p:extLst>
                  <p:ext uri="{D42A27DB-BD31-4B8C-83A1-F6EECF244321}">
                    <p14:modId xmlns:p14="http://schemas.microsoft.com/office/powerpoint/2010/main" val="391948129"/>
                  </p:ext>
                </p:extLst>
              </p:nvPr>
            </p:nvGraphicFramePr>
            <p:xfrm>
              <a:off x="300000" y="153000"/>
              <a:ext cx="11592000" cy="6552000"/>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2" name="Add-in 1">
                <a:extLst>
                  <a:ext uri="{FF2B5EF4-FFF2-40B4-BE49-F238E27FC236}">
                    <a16:creationId xmlns:a16="http://schemas.microsoft.com/office/drawing/2014/main" id="{12ADCA20-6F2F-3C64-9548-AFA75F14E988}"/>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300000" y="153000"/>
                <a:ext cx="11592000" cy="6552000"/>
              </a:xfrm>
              <a:prstGeom prst="rect">
                <a:avLst/>
              </a:prstGeom>
            </p:spPr>
          </p:pic>
        </mc:Fallback>
      </mc:AlternateContent>
    </p:spTree>
    <p:extLst>
      <p:ext uri="{BB962C8B-B14F-4D97-AF65-F5344CB8AC3E}">
        <p14:creationId xmlns:p14="http://schemas.microsoft.com/office/powerpoint/2010/main" val="10248672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E9493F-3CF5-E6C9-D79F-E73E2270E6E9}"/>
            </a:ext>
          </a:extLst>
        </p:cNvPr>
        <p:cNvGrpSpPr/>
        <p:nvPr/>
      </p:nvGrpSpPr>
      <p:grpSpPr>
        <a:xfrm>
          <a:off x="0" y="0"/>
          <a:ext cx="0" cy="0"/>
          <a:chOff x="0" y="0"/>
          <a:chExt cx="0" cy="0"/>
        </a:xfrm>
      </p:grpSpPr>
      <p:sp useBgFill="1">
        <p:nvSpPr>
          <p:cNvPr id="4110" name="Rectangle 4109">
            <a:extLst>
              <a:ext uri="{FF2B5EF4-FFF2-40B4-BE49-F238E27FC236}">
                <a16:creationId xmlns:a16="http://schemas.microsoft.com/office/drawing/2014/main" id="{FB131305-EB4F-4E54-57FD-997C634618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247E86-B00A-BF30-0D56-DFFD86ED92DD}"/>
              </a:ext>
            </a:extLst>
          </p:cNvPr>
          <p:cNvSpPr>
            <a:spLocks noGrp="1"/>
          </p:cNvSpPr>
          <p:nvPr>
            <p:ph type="title"/>
          </p:nvPr>
        </p:nvSpPr>
        <p:spPr>
          <a:xfrm>
            <a:off x="572493" y="238539"/>
            <a:ext cx="11018520" cy="1434415"/>
          </a:xfrm>
        </p:spPr>
        <p:txBody>
          <a:bodyPr anchor="b">
            <a:normAutofit/>
          </a:bodyPr>
          <a:lstStyle/>
          <a:p>
            <a:r>
              <a:rPr lang="en-US" sz="6600">
                <a:solidFill>
                  <a:schemeClr val="accent2"/>
                </a:solidFill>
                <a:latin typeface="American Typewriter Condensed L" panose="02090306020004020304" pitchFamily="18" charset="77"/>
                <a:ea typeface="ADLaM Display" panose="02010000000000000000" pitchFamily="2" charset="77"/>
                <a:cs typeface="ADLaM Display" panose="02010000000000000000" pitchFamily="2" charset="77"/>
              </a:rPr>
              <a:t>Recommendations</a:t>
            </a:r>
            <a:endParaRPr lang="en-US" sz="5400">
              <a:solidFill>
                <a:schemeClr val="accent2"/>
              </a:solidFill>
              <a:latin typeface="American Typewriter Condensed L" panose="02090306020004020304" pitchFamily="18" charset="77"/>
              <a:ea typeface="ADLaM Display" panose="02010000000000000000" pitchFamily="2" charset="77"/>
              <a:cs typeface="ADLaM Display" panose="02010000000000000000" pitchFamily="2" charset="77"/>
            </a:endParaRPr>
          </a:p>
        </p:txBody>
      </p:sp>
      <p:sp>
        <p:nvSpPr>
          <p:cNvPr id="4112" name="sketchy line">
            <a:extLst>
              <a:ext uri="{FF2B5EF4-FFF2-40B4-BE49-F238E27FC236}">
                <a16:creationId xmlns:a16="http://schemas.microsoft.com/office/drawing/2014/main" id="{85970D85-CA57-2F9D-6914-F664BFD768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9F1C19D-7E3B-8E4A-A28A-1DB536CB7687}"/>
              </a:ext>
            </a:extLst>
          </p:cNvPr>
          <p:cNvSpPr txBox="1"/>
          <p:nvPr/>
        </p:nvSpPr>
        <p:spPr>
          <a:xfrm>
            <a:off x="572493" y="1965281"/>
            <a:ext cx="11120366" cy="3087192"/>
          </a:xfrm>
          <a:prstGeom prst="rect">
            <a:avLst/>
          </a:prstGeom>
          <a:noFill/>
        </p:spPr>
        <p:txBody>
          <a:bodyPr wrap="square" rtlCol="0">
            <a:spAutoFit/>
          </a:bodyPr>
          <a:lstStyle/>
          <a:p>
            <a:pPr rtl="0" fontAlgn="base">
              <a:lnSpc>
                <a:spcPct val="200000"/>
              </a:lnSpc>
              <a:buFont typeface="Arial" panose="020B0604020202020204" pitchFamily="34" charset="0"/>
              <a:buChar char="•"/>
            </a:pPr>
            <a:r>
              <a:rPr lang="en-SG" sz="2000" b="0" i="0" u="none" strike="noStrike">
                <a:solidFill>
                  <a:srgbClr val="000000"/>
                </a:solidFill>
                <a:effectLst/>
              </a:rPr>
              <a:t>Enhancing In-store Shopping Experience</a:t>
            </a:r>
          </a:p>
          <a:p>
            <a:pPr rtl="0" fontAlgn="base">
              <a:lnSpc>
                <a:spcPct val="200000"/>
              </a:lnSpc>
              <a:buFont typeface="Arial" panose="020B0604020202020204" pitchFamily="34" charset="0"/>
              <a:buChar char="•"/>
            </a:pPr>
            <a:r>
              <a:rPr lang="en-SG" sz="2000" b="0" i="0" u="none" strike="noStrike">
                <a:solidFill>
                  <a:srgbClr val="000000"/>
                </a:solidFill>
                <a:effectLst/>
              </a:rPr>
              <a:t>Having Promotions for Delivery </a:t>
            </a:r>
          </a:p>
          <a:p>
            <a:pPr rtl="0" fontAlgn="base">
              <a:lnSpc>
                <a:spcPct val="200000"/>
              </a:lnSpc>
              <a:buFont typeface="Arial" panose="020B0604020202020204" pitchFamily="34" charset="0"/>
              <a:buChar char="•"/>
            </a:pPr>
            <a:r>
              <a:rPr lang="en-SG" sz="2000" b="0" i="0" u="none" strike="noStrike">
                <a:solidFill>
                  <a:srgbClr val="000000"/>
                </a:solidFill>
                <a:effectLst/>
              </a:rPr>
              <a:t>Optimising Product Placements and Bundles</a:t>
            </a:r>
          </a:p>
          <a:p>
            <a:pPr rtl="0" fontAlgn="base">
              <a:lnSpc>
                <a:spcPct val="200000"/>
              </a:lnSpc>
              <a:buFont typeface="Arial" panose="020B0604020202020204" pitchFamily="34" charset="0"/>
              <a:buChar char="•"/>
            </a:pPr>
            <a:r>
              <a:rPr lang="en-SG" sz="2000" b="0" i="0" u="none" strike="noStrike">
                <a:solidFill>
                  <a:srgbClr val="000000"/>
                </a:solidFill>
                <a:effectLst/>
              </a:rPr>
              <a:t>Credit Card Related Benefits</a:t>
            </a:r>
          </a:p>
          <a:p>
            <a:pPr rtl="0" fontAlgn="base">
              <a:lnSpc>
                <a:spcPct val="200000"/>
              </a:lnSpc>
              <a:buFont typeface="Arial" panose="020B0604020202020204" pitchFamily="34" charset="0"/>
              <a:buChar char="•"/>
            </a:pPr>
            <a:r>
              <a:rPr lang="en-SG" sz="2000" b="0" i="0" u="none" strike="noStrike">
                <a:solidFill>
                  <a:srgbClr val="000000"/>
                </a:solidFill>
                <a:effectLst/>
              </a:rPr>
              <a:t>Removing items that are not commonly sold</a:t>
            </a:r>
          </a:p>
        </p:txBody>
      </p:sp>
    </p:spTree>
    <p:extLst>
      <p:ext uri="{BB962C8B-B14F-4D97-AF65-F5344CB8AC3E}">
        <p14:creationId xmlns:p14="http://schemas.microsoft.com/office/powerpoint/2010/main" val="18411599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414552" y="3653846"/>
            <a:ext cx="3406153" cy="3406153"/>
          </a:xfrm>
          <a:custGeom>
            <a:avLst/>
            <a:gdLst/>
            <a:ahLst/>
            <a:cxnLst/>
            <a:rect l="l" t="t" r="r" b="b"/>
            <a:pathLst>
              <a:path w="5109230" h="5109230">
                <a:moveTo>
                  <a:pt x="0" y="0"/>
                </a:moveTo>
                <a:lnTo>
                  <a:pt x="5109230" y="0"/>
                </a:lnTo>
                <a:lnTo>
                  <a:pt x="5109230" y="5109230"/>
                </a:lnTo>
                <a:lnTo>
                  <a:pt x="0" y="51092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1200"/>
          </a:p>
        </p:txBody>
      </p:sp>
      <p:sp>
        <p:nvSpPr>
          <p:cNvPr id="3" name="Freeform 3"/>
          <p:cNvSpPr/>
          <p:nvPr/>
        </p:nvSpPr>
        <p:spPr>
          <a:xfrm rot="-10800000">
            <a:off x="-1295740" y="-3845791"/>
            <a:ext cx="3963082" cy="4531591"/>
          </a:xfrm>
          <a:custGeom>
            <a:avLst/>
            <a:gdLst/>
            <a:ahLst/>
            <a:cxnLst/>
            <a:rect l="l" t="t" r="r" b="b"/>
            <a:pathLst>
              <a:path w="5944623" h="6797386">
                <a:moveTo>
                  <a:pt x="0" y="0"/>
                </a:moveTo>
                <a:lnTo>
                  <a:pt x="5944622" y="0"/>
                </a:lnTo>
                <a:lnTo>
                  <a:pt x="5944622" y="6797386"/>
                </a:lnTo>
                <a:lnTo>
                  <a:pt x="0" y="6797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1200"/>
          </a:p>
        </p:txBody>
      </p:sp>
      <p:sp>
        <p:nvSpPr>
          <p:cNvPr id="4" name="Freeform 4"/>
          <p:cNvSpPr/>
          <p:nvPr/>
        </p:nvSpPr>
        <p:spPr>
          <a:xfrm rot="-10800000" flipH="1" flipV="1">
            <a:off x="9524660" y="6172200"/>
            <a:ext cx="3963082" cy="4531591"/>
          </a:xfrm>
          <a:custGeom>
            <a:avLst/>
            <a:gdLst/>
            <a:ahLst/>
            <a:cxnLst/>
            <a:rect l="l" t="t" r="r" b="b"/>
            <a:pathLst>
              <a:path w="5944623" h="6797386">
                <a:moveTo>
                  <a:pt x="5944622" y="6797386"/>
                </a:moveTo>
                <a:lnTo>
                  <a:pt x="0" y="6797386"/>
                </a:lnTo>
                <a:lnTo>
                  <a:pt x="0" y="0"/>
                </a:lnTo>
                <a:lnTo>
                  <a:pt x="5944622" y="0"/>
                </a:lnTo>
                <a:lnTo>
                  <a:pt x="5944622" y="6797386"/>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1200"/>
          </a:p>
        </p:txBody>
      </p:sp>
      <p:sp>
        <p:nvSpPr>
          <p:cNvPr id="5" name="Freeform 5"/>
          <p:cNvSpPr/>
          <p:nvPr/>
        </p:nvSpPr>
        <p:spPr>
          <a:xfrm>
            <a:off x="9200399" y="-262184"/>
            <a:ext cx="3406153" cy="3406153"/>
          </a:xfrm>
          <a:custGeom>
            <a:avLst/>
            <a:gdLst/>
            <a:ahLst/>
            <a:cxnLst/>
            <a:rect l="l" t="t" r="r" b="b"/>
            <a:pathLst>
              <a:path w="5109230" h="5109230">
                <a:moveTo>
                  <a:pt x="0" y="0"/>
                </a:moveTo>
                <a:lnTo>
                  <a:pt x="5109230" y="0"/>
                </a:lnTo>
                <a:lnTo>
                  <a:pt x="5109230" y="5109230"/>
                </a:lnTo>
                <a:lnTo>
                  <a:pt x="0" y="51092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1200"/>
          </a:p>
        </p:txBody>
      </p:sp>
      <p:sp>
        <p:nvSpPr>
          <p:cNvPr id="6" name="Freeform 6"/>
          <p:cNvSpPr/>
          <p:nvPr/>
        </p:nvSpPr>
        <p:spPr>
          <a:xfrm rot="-10800000" flipH="1" flipV="1">
            <a:off x="11559844" y="3268919"/>
            <a:ext cx="3963082" cy="4531591"/>
          </a:xfrm>
          <a:custGeom>
            <a:avLst/>
            <a:gdLst/>
            <a:ahLst/>
            <a:cxnLst/>
            <a:rect l="l" t="t" r="r" b="b"/>
            <a:pathLst>
              <a:path w="5944623" h="6797386">
                <a:moveTo>
                  <a:pt x="5944622" y="6797386"/>
                </a:moveTo>
                <a:lnTo>
                  <a:pt x="0" y="6797386"/>
                </a:lnTo>
                <a:lnTo>
                  <a:pt x="0" y="0"/>
                </a:lnTo>
                <a:lnTo>
                  <a:pt x="5944622" y="0"/>
                </a:lnTo>
                <a:lnTo>
                  <a:pt x="5944622" y="6797386"/>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1200"/>
          </a:p>
        </p:txBody>
      </p:sp>
      <p:sp>
        <p:nvSpPr>
          <p:cNvPr id="7" name="Freeform 7"/>
          <p:cNvSpPr/>
          <p:nvPr/>
        </p:nvSpPr>
        <p:spPr>
          <a:xfrm rot="-10800000">
            <a:off x="-3422778" y="-877744"/>
            <a:ext cx="3963082" cy="4531591"/>
          </a:xfrm>
          <a:custGeom>
            <a:avLst/>
            <a:gdLst/>
            <a:ahLst/>
            <a:cxnLst/>
            <a:rect l="l" t="t" r="r" b="b"/>
            <a:pathLst>
              <a:path w="5944623" h="6797386">
                <a:moveTo>
                  <a:pt x="0" y="0"/>
                </a:moveTo>
                <a:lnTo>
                  <a:pt x="5944622" y="0"/>
                </a:lnTo>
                <a:lnTo>
                  <a:pt x="5944622" y="6797385"/>
                </a:lnTo>
                <a:lnTo>
                  <a:pt x="0" y="67973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1200"/>
          </a:p>
        </p:txBody>
      </p:sp>
      <p:sp>
        <p:nvSpPr>
          <p:cNvPr id="9" name="TextBox 9"/>
          <p:cNvSpPr txBox="1"/>
          <p:nvPr/>
        </p:nvSpPr>
        <p:spPr>
          <a:xfrm>
            <a:off x="2677965" y="2664047"/>
            <a:ext cx="6338332" cy="986745"/>
          </a:xfrm>
          <a:prstGeom prst="rect">
            <a:avLst/>
          </a:prstGeom>
        </p:spPr>
        <p:txBody>
          <a:bodyPr lIns="0" tIns="0" rIns="0" bIns="0" rtlCol="0" anchor="t">
            <a:spAutoFit/>
          </a:bodyPr>
          <a:lstStyle/>
          <a:p>
            <a:pPr algn="ctr">
              <a:lnSpc>
                <a:spcPts val="8211"/>
              </a:lnSpc>
            </a:pPr>
            <a:r>
              <a:rPr lang="en-US" sz="5850">
                <a:solidFill>
                  <a:schemeClr val="accent2"/>
                </a:solidFill>
                <a:latin typeface="TAN Pearl"/>
                <a:ea typeface="TAN Pearl"/>
                <a:cs typeface="TAN Pearl"/>
                <a:sym typeface="TAN Pearl"/>
              </a:rPr>
              <a:t>Part B</a:t>
            </a:r>
            <a:endParaRPr lang="en-US" sz="5850">
              <a:solidFill>
                <a:schemeClr val="accent2"/>
              </a:solidFill>
              <a:latin typeface="TAN Pearl"/>
              <a:ea typeface="TAN Pearl"/>
              <a:cs typeface="TAN Pear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0" y="3451847"/>
            <a:ext cx="3406153" cy="3406153"/>
          </a:xfrm>
          <a:custGeom>
            <a:avLst/>
            <a:gdLst/>
            <a:ahLst/>
            <a:cxnLst/>
            <a:rect l="l" t="t" r="r" b="b"/>
            <a:pathLst>
              <a:path w="5109230" h="5109230">
                <a:moveTo>
                  <a:pt x="0" y="0"/>
                </a:moveTo>
                <a:lnTo>
                  <a:pt x="5109230" y="0"/>
                </a:lnTo>
                <a:lnTo>
                  <a:pt x="5109230" y="5109230"/>
                </a:lnTo>
                <a:lnTo>
                  <a:pt x="0" y="51092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1200"/>
          </a:p>
        </p:txBody>
      </p:sp>
      <p:sp>
        <p:nvSpPr>
          <p:cNvPr id="3" name="Freeform 3"/>
          <p:cNvSpPr/>
          <p:nvPr/>
        </p:nvSpPr>
        <p:spPr>
          <a:xfrm rot="-10800000">
            <a:off x="-1295740" y="-3845791"/>
            <a:ext cx="3963082" cy="4531591"/>
          </a:xfrm>
          <a:custGeom>
            <a:avLst/>
            <a:gdLst/>
            <a:ahLst/>
            <a:cxnLst/>
            <a:rect l="l" t="t" r="r" b="b"/>
            <a:pathLst>
              <a:path w="5944623" h="6797386">
                <a:moveTo>
                  <a:pt x="0" y="0"/>
                </a:moveTo>
                <a:lnTo>
                  <a:pt x="5944622" y="0"/>
                </a:lnTo>
                <a:lnTo>
                  <a:pt x="5944622" y="6797386"/>
                </a:lnTo>
                <a:lnTo>
                  <a:pt x="0" y="6797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1200"/>
          </a:p>
        </p:txBody>
      </p:sp>
      <p:sp>
        <p:nvSpPr>
          <p:cNvPr id="4" name="Freeform 4"/>
          <p:cNvSpPr/>
          <p:nvPr/>
        </p:nvSpPr>
        <p:spPr>
          <a:xfrm rot="-10800000" flipH="1" flipV="1">
            <a:off x="9524660" y="6172200"/>
            <a:ext cx="3963082" cy="4531591"/>
          </a:xfrm>
          <a:custGeom>
            <a:avLst/>
            <a:gdLst/>
            <a:ahLst/>
            <a:cxnLst/>
            <a:rect l="l" t="t" r="r" b="b"/>
            <a:pathLst>
              <a:path w="5944623" h="6797386">
                <a:moveTo>
                  <a:pt x="5944622" y="6797386"/>
                </a:moveTo>
                <a:lnTo>
                  <a:pt x="0" y="6797386"/>
                </a:lnTo>
                <a:lnTo>
                  <a:pt x="0" y="0"/>
                </a:lnTo>
                <a:lnTo>
                  <a:pt x="5944622" y="0"/>
                </a:lnTo>
                <a:lnTo>
                  <a:pt x="5944622" y="6797386"/>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1200"/>
          </a:p>
        </p:txBody>
      </p:sp>
      <p:sp>
        <p:nvSpPr>
          <p:cNvPr id="5" name="Freeform 5"/>
          <p:cNvSpPr/>
          <p:nvPr/>
        </p:nvSpPr>
        <p:spPr>
          <a:xfrm>
            <a:off x="9200399" y="-262184"/>
            <a:ext cx="3406153" cy="3406153"/>
          </a:xfrm>
          <a:custGeom>
            <a:avLst/>
            <a:gdLst/>
            <a:ahLst/>
            <a:cxnLst/>
            <a:rect l="l" t="t" r="r" b="b"/>
            <a:pathLst>
              <a:path w="5109230" h="5109230">
                <a:moveTo>
                  <a:pt x="0" y="0"/>
                </a:moveTo>
                <a:lnTo>
                  <a:pt x="5109230" y="0"/>
                </a:lnTo>
                <a:lnTo>
                  <a:pt x="5109230" y="5109230"/>
                </a:lnTo>
                <a:lnTo>
                  <a:pt x="0" y="51092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1200"/>
          </a:p>
        </p:txBody>
      </p:sp>
      <p:sp>
        <p:nvSpPr>
          <p:cNvPr id="6" name="Freeform 6"/>
          <p:cNvSpPr/>
          <p:nvPr/>
        </p:nvSpPr>
        <p:spPr>
          <a:xfrm rot="-10800000" flipH="1" flipV="1">
            <a:off x="11559844" y="3268919"/>
            <a:ext cx="3963082" cy="4531591"/>
          </a:xfrm>
          <a:custGeom>
            <a:avLst/>
            <a:gdLst/>
            <a:ahLst/>
            <a:cxnLst/>
            <a:rect l="l" t="t" r="r" b="b"/>
            <a:pathLst>
              <a:path w="5944623" h="6797386">
                <a:moveTo>
                  <a:pt x="5944622" y="6797386"/>
                </a:moveTo>
                <a:lnTo>
                  <a:pt x="0" y="6797386"/>
                </a:lnTo>
                <a:lnTo>
                  <a:pt x="0" y="0"/>
                </a:lnTo>
                <a:lnTo>
                  <a:pt x="5944622" y="0"/>
                </a:lnTo>
                <a:lnTo>
                  <a:pt x="5944622" y="6797386"/>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1200"/>
          </a:p>
        </p:txBody>
      </p:sp>
      <p:sp>
        <p:nvSpPr>
          <p:cNvPr id="7" name="Freeform 7"/>
          <p:cNvSpPr/>
          <p:nvPr/>
        </p:nvSpPr>
        <p:spPr>
          <a:xfrm rot="-10800000">
            <a:off x="-3422778" y="-877744"/>
            <a:ext cx="3963082" cy="4531591"/>
          </a:xfrm>
          <a:custGeom>
            <a:avLst/>
            <a:gdLst/>
            <a:ahLst/>
            <a:cxnLst/>
            <a:rect l="l" t="t" r="r" b="b"/>
            <a:pathLst>
              <a:path w="5944623" h="6797386">
                <a:moveTo>
                  <a:pt x="0" y="0"/>
                </a:moveTo>
                <a:lnTo>
                  <a:pt x="5944622" y="0"/>
                </a:lnTo>
                <a:lnTo>
                  <a:pt x="5944622" y="6797385"/>
                </a:lnTo>
                <a:lnTo>
                  <a:pt x="0" y="67973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1200"/>
          </a:p>
        </p:txBody>
      </p:sp>
      <p:sp>
        <p:nvSpPr>
          <p:cNvPr id="9" name="TextBox 9"/>
          <p:cNvSpPr txBox="1"/>
          <p:nvPr/>
        </p:nvSpPr>
        <p:spPr>
          <a:xfrm>
            <a:off x="215660" y="518466"/>
            <a:ext cx="12192000" cy="1740220"/>
          </a:xfrm>
          <a:prstGeom prst="rect">
            <a:avLst/>
          </a:prstGeom>
        </p:spPr>
        <p:txBody>
          <a:bodyPr lIns="0" tIns="0" rIns="0" bIns="0" rtlCol="0" anchor="t">
            <a:spAutoFit/>
          </a:bodyPr>
          <a:lstStyle/>
          <a:p>
            <a:pPr algn="ctr">
              <a:lnSpc>
                <a:spcPts val="7000"/>
              </a:lnSpc>
            </a:pPr>
            <a:r>
              <a:rPr lang="en-US" sz="5000" b="1">
                <a:solidFill>
                  <a:schemeClr val="accent2"/>
                </a:solidFill>
                <a:latin typeface="TAN Pearl"/>
                <a:sym typeface="TAN Pearl"/>
              </a:rPr>
              <a:t>Background</a:t>
            </a:r>
            <a:endParaRPr lang="en-US" b="1">
              <a:solidFill>
                <a:schemeClr val="accent2"/>
              </a:solidFill>
            </a:endParaRPr>
          </a:p>
          <a:p>
            <a:pPr algn="ctr">
              <a:lnSpc>
                <a:spcPts val="7000"/>
              </a:lnSpc>
            </a:pPr>
            <a:endParaRPr lang="en-US" sz="5000">
              <a:solidFill>
                <a:srgbClr val="000000"/>
              </a:solidFill>
              <a:latin typeface="TAN Pearl"/>
              <a:ea typeface="TAN Pearl"/>
              <a:cs typeface="TAN Pearl"/>
              <a:sym typeface="TAN Pearl"/>
            </a:endParaRPr>
          </a:p>
        </p:txBody>
      </p:sp>
      <p:sp>
        <p:nvSpPr>
          <p:cNvPr id="11" name="TextBox 8">
            <a:extLst>
              <a:ext uri="{FF2B5EF4-FFF2-40B4-BE49-F238E27FC236}">
                <a16:creationId xmlns:a16="http://schemas.microsoft.com/office/drawing/2014/main" id="{6C148BE4-A75A-2F84-F6D1-FAC6AEDDC285}"/>
              </a:ext>
            </a:extLst>
          </p:cNvPr>
          <p:cNvSpPr txBox="1"/>
          <p:nvPr/>
        </p:nvSpPr>
        <p:spPr>
          <a:xfrm>
            <a:off x="2366540" y="2583554"/>
            <a:ext cx="8037849" cy="734368"/>
          </a:xfrm>
          <a:prstGeom prst="rect">
            <a:avLst/>
          </a:prstGeom>
        </p:spPr>
        <p:txBody>
          <a:bodyPr wrap="square" lIns="0" tIns="0" rIns="0" bIns="0" rtlCol="0" anchor="t">
            <a:spAutoFit/>
          </a:bodyPr>
          <a:lstStyle/>
          <a:p>
            <a:pPr algn="l">
              <a:lnSpc>
                <a:spcPts val="6087"/>
              </a:lnSpc>
            </a:pPr>
            <a:endParaRPr lang="en-US" sz="4031">
              <a:solidFill>
                <a:srgbClr val="000000"/>
              </a:solidFill>
              <a:latin typeface="DM Sans"/>
              <a:ea typeface="DM Sans"/>
              <a:cs typeface="DM Sans"/>
              <a:sym typeface="DM Sans"/>
            </a:endParaRPr>
          </a:p>
        </p:txBody>
      </p:sp>
      <p:sp>
        <p:nvSpPr>
          <p:cNvPr id="8" name="TextBox 7">
            <a:extLst>
              <a:ext uri="{FF2B5EF4-FFF2-40B4-BE49-F238E27FC236}">
                <a16:creationId xmlns:a16="http://schemas.microsoft.com/office/drawing/2014/main" id="{34890AA9-E83C-5743-AA24-E4B15379E1C3}"/>
              </a:ext>
            </a:extLst>
          </p:cNvPr>
          <p:cNvSpPr txBox="1"/>
          <p:nvPr/>
        </p:nvSpPr>
        <p:spPr>
          <a:xfrm>
            <a:off x="1399591" y="2006081"/>
            <a:ext cx="9206204" cy="3825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0" name="TextBox 9">
            <a:extLst>
              <a:ext uri="{FF2B5EF4-FFF2-40B4-BE49-F238E27FC236}">
                <a16:creationId xmlns:a16="http://schemas.microsoft.com/office/drawing/2014/main" id="{D8190F31-0B4A-3A72-9B42-91C2B2CCB76B}"/>
              </a:ext>
            </a:extLst>
          </p:cNvPr>
          <p:cNvSpPr txBox="1"/>
          <p:nvPr/>
        </p:nvSpPr>
        <p:spPr>
          <a:xfrm>
            <a:off x="1181877" y="2006081"/>
            <a:ext cx="9392816" cy="365448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2" name="TextBox 11">
            <a:extLst>
              <a:ext uri="{FF2B5EF4-FFF2-40B4-BE49-F238E27FC236}">
                <a16:creationId xmlns:a16="http://schemas.microsoft.com/office/drawing/2014/main" id="{FD0F4146-0DE1-9B66-8C0A-D5DB3A3037A7}"/>
              </a:ext>
            </a:extLst>
          </p:cNvPr>
          <p:cNvSpPr txBox="1"/>
          <p:nvPr/>
        </p:nvSpPr>
        <p:spPr>
          <a:xfrm>
            <a:off x="1269315" y="1713545"/>
            <a:ext cx="10232571"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3000">
                <a:ea typeface="+mn-lt"/>
                <a:cs typeface="+mn-lt"/>
              </a:rPr>
              <a:t>Rapid growth in smart home technology adoption</a:t>
            </a:r>
            <a:endParaRPr lang="en-US" sz="3000"/>
          </a:p>
          <a:p>
            <a:endParaRPr lang="en-US" sz="3000">
              <a:ea typeface="+mn-lt"/>
              <a:cs typeface="+mn-lt"/>
            </a:endParaRPr>
          </a:p>
          <a:p>
            <a:pPr marL="285750" indent="-285750">
              <a:buFont typeface="Arial"/>
              <a:buChar char="•"/>
            </a:pPr>
            <a:r>
              <a:rPr lang="en-US" sz="3000">
                <a:ea typeface="+mn-lt"/>
                <a:cs typeface="+mn-lt"/>
              </a:rPr>
              <a:t>Users increasingly depend on interconnected devices:</a:t>
            </a:r>
            <a:endParaRPr lang="en-US" sz="3000"/>
          </a:p>
          <a:p>
            <a:pPr marL="742950" lvl="1" indent="-285750">
              <a:buFont typeface="Courier New"/>
              <a:buChar char="o"/>
            </a:pPr>
            <a:r>
              <a:rPr lang="en-US" sz="3000">
                <a:ea typeface="+mn-lt"/>
                <a:cs typeface="+mn-lt"/>
              </a:rPr>
              <a:t>Smart lighting,</a:t>
            </a:r>
            <a:endParaRPr lang="en-US" sz="3000"/>
          </a:p>
          <a:p>
            <a:pPr marL="742950" lvl="1" indent="-285750">
              <a:buFont typeface="Courier New"/>
              <a:buChar char="o"/>
            </a:pPr>
            <a:r>
              <a:rPr lang="en-US" sz="3000">
                <a:ea typeface="+mn-lt"/>
                <a:cs typeface="+mn-lt"/>
              </a:rPr>
              <a:t>Smart air-conditioning,</a:t>
            </a:r>
            <a:endParaRPr lang="en-US" sz="3000"/>
          </a:p>
          <a:p>
            <a:pPr marL="742950" lvl="1" indent="-285750">
              <a:buFont typeface="Courier New"/>
              <a:buChar char="o"/>
            </a:pPr>
            <a:r>
              <a:rPr lang="en-US" sz="3000">
                <a:ea typeface="+mn-lt"/>
                <a:cs typeface="+mn-lt"/>
              </a:rPr>
              <a:t>Security systems,</a:t>
            </a:r>
            <a:endParaRPr lang="en-US" sz="3000"/>
          </a:p>
          <a:p>
            <a:pPr marL="742950" lvl="1" indent="-285750">
              <a:buFont typeface="Courier New"/>
              <a:buChar char="o"/>
            </a:pPr>
            <a:r>
              <a:rPr lang="en-US" sz="3000">
                <a:ea typeface="+mn-lt"/>
                <a:cs typeface="+mn-lt"/>
              </a:rPr>
              <a:t>Smart voice assistants and </a:t>
            </a:r>
            <a:r>
              <a:rPr lang="en-US" sz="3000" err="1">
                <a:ea typeface="+mn-lt"/>
                <a:cs typeface="+mn-lt"/>
              </a:rPr>
              <a:t>etc</a:t>
            </a:r>
            <a:endParaRPr lang="en-US" sz="3000" err="1"/>
          </a:p>
          <a:p>
            <a:pPr marL="285750" indent="-285750">
              <a:buFont typeface="Arial"/>
              <a:buChar char="•"/>
            </a:pPr>
            <a:endParaRPr lang="en-US" sz="3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5147C-148A-F712-BC19-A95F7722DB4B}"/>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05193159-3D3F-A17E-7C92-719E736BADB9}"/>
              </a:ext>
            </a:extLst>
          </p:cNvPr>
          <p:cNvSpPr/>
          <p:nvPr/>
        </p:nvSpPr>
        <p:spPr>
          <a:xfrm rot="-10800000">
            <a:off x="-1295740" y="-3845791"/>
            <a:ext cx="3963082" cy="4531591"/>
          </a:xfrm>
          <a:custGeom>
            <a:avLst/>
            <a:gdLst/>
            <a:ahLst/>
            <a:cxnLst/>
            <a:rect l="l" t="t" r="r" b="b"/>
            <a:pathLst>
              <a:path w="5944623" h="6797386">
                <a:moveTo>
                  <a:pt x="0" y="0"/>
                </a:moveTo>
                <a:lnTo>
                  <a:pt x="5944622" y="0"/>
                </a:lnTo>
                <a:lnTo>
                  <a:pt x="5944622" y="6797386"/>
                </a:lnTo>
                <a:lnTo>
                  <a:pt x="0" y="67973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1200"/>
          </a:p>
        </p:txBody>
      </p:sp>
      <p:sp>
        <p:nvSpPr>
          <p:cNvPr id="7" name="Freeform 7">
            <a:extLst>
              <a:ext uri="{FF2B5EF4-FFF2-40B4-BE49-F238E27FC236}">
                <a16:creationId xmlns:a16="http://schemas.microsoft.com/office/drawing/2014/main" id="{904BB368-857E-DD43-B65F-F40477A9B3B1}"/>
              </a:ext>
            </a:extLst>
          </p:cNvPr>
          <p:cNvSpPr/>
          <p:nvPr/>
        </p:nvSpPr>
        <p:spPr>
          <a:xfrm rot="-10800000">
            <a:off x="-3422778" y="-877744"/>
            <a:ext cx="3963082" cy="4531591"/>
          </a:xfrm>
          <a:custGeom>
            <a:avLst/>
            <a:gdLst/>
            <a:ahLst/>
            <a:cxnLst/>
            <a:rect l="l" t="t" r="r" b="b"/>
            <a:pathLst>
              <a:path w="5944623" h="6797386">
                <a:moveTo>
                  <a:pt x="0" y="0"/>
                </a:moveTo>
                <a:lnTo>
                  <a:pt x="5944622" y="0"/>
                </a:lnTo>
                <a:lnTo>
                  <a:pt x="5944622" y="6797385"/>
                </a:lnTo>
                <a:lnTo>
                  <a:pt x="0" y="679738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1200"/>
          </a:p>
        </p:txBody>
      </p:sp>
      <p:sp>
        <p:nvSpPr>
          <p:cNvPr id="9" name="TextBox 9">
            <a:extLst>
              <a:ext uri="{FF2B5EF4-FFF2-40B4-BE49-F238E27FC236}">
                <a16:creationId xmlns:a16="http://schemas.microsoft.com/office/drawing/2014/main" id="{6F62F829-7436-B4B9-A5D4-740D8019225A}"/>
              </a:ext>
            </a:extLst>
          </p:cNvPr>
          <p:cNvSpPr txBox="1"/>
          <p:nvPr/>
        </p:nvSpPr>
        <p:spPr>
          <a:xfrm>
            <a:off x="0" y="518466"/>
            <a:ext cx="12192000" cy="1740220"/>
          </a:xfrm>
          <a:prstGeom prst="rect">
            <a:avLst/>
          </a:prstGeom>
        </p:spPr>
        <p:txBody>
          <a:bodyPr lIns="0" tIns="0" rIns="0" bIns="0" rtlCol="0" anchor="t">
            <a:spAutoFit/>
          </a:bodyPr>
          <a:lstStyle/>
          <a:p>
            <a:pPr algn="ctr">
              <a:lnSpc>
                <a:spcPts val="7000"/>
              </a:lnSpc>
            </a:pPr>
            <a:r>
              <a:rPr lang="en-US" sz="5000" b="1">
                <a:solidFill>
                  <a:schemeClr val="accent2"/>
                </a:solidFill>
                <a:latin typeface="TAN Pearl"/>
                <a:ea typeface="TAN Pearl"/>
                <a:cs typeface="TAN Pearl"/>
                <a:sym typeface="TAN Pearl"/>
              </a:rPr>
              <a:t>Our Problem Domain</a:t>
            </a:r>
            <a:endParaRPr lang="en-US" b="1">
              <a:solidFill>
                <a:schemeClr val="accent2"/>
              </a:solidFill>
            </a:endParaRPr>
          </a:p>
          <a:p>
            <a:pPr algn="ctr">
              <a:lnSpc>
                <a:spcPts val="7000"/>
              </a:lnSpc>
            </a:pPr>
            <a:endParaRPr lang="en-US" sz="5000">
              <a:solidFill>
                <a:srgbClr val="000000"/>
              </a:solidFill>
              <a:latin typeface="TAN Pearl"/>
              <a:ea typeface="TAN Pearl"/>
              <a:cs typeface="TAN Pearl"/>
              <a:sym typeface="TAN Pearl"/>
            </a:endParaRPr>
          </a:p>
        </p:txBody>
      </p:sp>
      <p:sp>
        <p:nvSpPr>
          <p:cNvPr id="11" name="TextBox 8">
            <a:extLst>
              <a:ext uri="{FF2B5EF4-FFF2-40B4-BE49-F238E27FC236}">
                <a16:creationId xmlns:a16="http://schemas.microsoft.com/office/drawing/2014/main" id="{6AF93211-1CBA-873C-8F5D-8F37CD4ABB00}"/>
              </a:ext>
            </a:extLst>
          </p:cNvPr>
          <p:cNvSpPr txBox="1"/>
          <p:nvPr/>
        </p:nvSpPr>
        <p:spPr>
          <a:xfrm>
            <a:off x="2366540" y="2583554"/>
            <a:ext cx="8037849" cy="734368"/>
          </a:xfrm>
          <a:prstGeom prst="rect">
            <a:avLst/>
          </a:prstGeom>
        </p:spPr>
        <p:txBody>
          <a:bodyPr wrap="square" lIns="0" tIns="0" rIns="0" bIns="0" rtlCol="0" anchor="t">
            <a:spAutoFit/>
          </a:bodyPr>
          <a:lstStyle/>
          <a:p>
            <a:pPr algn="l">
              <a:lnSpc>
                <a:spcPts val="6087"/>
              </a:lnSpc>
            </a:pPr>
            <a:endParaRPr lang="en-US" sz="4031">
              <a:solidFill>
                <a:srgbClr val="000000"/>
              </a:solidFill>
              <a:latin typeface="DM Sans"/>
              <a:ea typeface="DM Sans"/>
              <a:cs typeface="DM Sans"/>
              <a:sym typeface="DM Sans"/>
            </a:endParaRPr>
          </a:p>
        </p:txBody>
      </p:sp>
      <p:sp>
        <p:nvSpPr>
          <p:cNvPr id="8" name="TextBox 7">
            <a:extLst>
              <a:ext uri="{FF2B5EF4-FFF2-40B4-BE49-F238E27FC236}">
                <a16:creationId xmlns:a16="http://schemas.microsoft.com/office/drawing/2014/main" id="{F2DF0067-9E49-31B1-4435-0BE090B66102}"/>
              </a:ext>
            </a:extLst>
          </p:cNvPr>
          <p:cNvSpPr txBox="1"/>
          <p:nvPr/>
        </p:nvSpPr>
        <p:spPr>
          <a:xfrm>
            <a:off x="1399591" y="2006081"/>
            <a:ext cx="9206204" cy="3825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0" name="TextBox 9">
            <a:extLst>
              <a:ext uri="{FF2B5EF4-FFF2-40B4-BE49-F238E27FC236}">
                <a16:creationId xmlns:a16="http://schemas.microsoft.com/office/drawing/2014/main" id="{75EB672F-D67B-493A-48FD-0E7F2A033ECF}"/>
              </a:ext>
            </a:extLst>
          </p:cNvPr>
          <p:cNvSpPr txBox="1"/>
          <p:nvPr/>
        </p:nvSpPr>
        <p:spPr>
          <a:xfrm>
            <a:off x="1181877" y="2006081"/>
            <a:ext cx="9392816" cy="365448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2" name="TextBox 11">
            <a:extLst>
              <a:ext uri="{FF2B5EF4-FFF2-40B4-BE49-F238E27FC236}">
                <a16:creationId xmlns:a16="http://schemas.microsoft.com/office/drawing/2014/main" id="{F48B6A7E-2DCE-DF54-4D8B-10A70662FC92}"/>
              </a:ext>
            </a:extLst>
          </p:cNvPr>
          <p:cNvSpPr txBox="1"/>
          <p:nvPr/>
        </p:nvSpPr>
        <p:spPr>
          <a:xfrm>
            <a:off x="852545" y="1658462"/>
            <a:ext cx="7597704"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ea typeface="+mn-lt"/>
                <a:cs typeface="+mn-lt"/>
              </a:rPr>
              <a:t>Common issues that user faces:</a:t>
            </a:r>
            <a:endParaRPr lang="en-US" sz="2800"/>
          </a:p>
          <a:p>
            <a:endParaRPr lang="en-US" sz="2800">
              <a:ea typeface="+mn-lt"/>
              <a:cs typeface="+mn-lt"/>
            </a:endParaRPr>
          </a:p>
          <a:p>
            <a:pPr marL="742950" lvl="1" indent="-285750">
              <a:buFont typeface="Courier New"/>
              <a:buChar char="o"/>
            </a:pPr>
            <a:r>
              <a:rPr lang="en-US" sz="2800">
                <a:ea typeface="+mn-lt"/>
                <a:cs typeface="+mn-lt"/>
              </a:rPr>
              <a:t>User lack of technical knowledge to diagnose and fix device malfunctions efficiently</a:t>
            </a:r>
            <a:endParaRPr lang="en-US" sz="2800"/>
          </a:p>
          <a:p>
            <a:pPr lvl="1" algn="l"/>
            <a:endParaRPr lang="en-US" sz="2800"/>
          </a:p>
          <a:p>
            <a:pPr marL="742950" lvl="1" indent="-285750">
              <a:buFont typeface="Courier New"/>
              <a:buChar char="o"/>
            </a:pPr>
            <a:r>
              <a:rPr lang="en-US" sz="2800">
                <a:ea typeface="+mn-lt"/>
                <a:cs typeface="+mn-lt"/>
              </a:rPr>
              <a:t>Existing support resources are fragmented, inconsistent, or difficult to navigate</a:t>
            </a:r>
            <a:endParaRPr lang="en-US" sz="2800"/>
          </a:p>
          <a:p>
            <a:pPr marL="742950" lvl="1" indent="-285750">
              <a:buFont typeface="Courier New"/>
              <a:buChar char="o"/>
            </a:pPr>
            <a:endParaRPr lang="en-US" sz="2800"/>
          </a:p>
          <a:p>
            <a:pPr marL="742950" lvl="1" indent="-285750">
              <a:buFont typeface="Courier New"/>
              <a:buChar char="o"/>
            </a:pPr>
            <a:r>
              <a:rPr lang="en-US" sz="2800">
                <a:ea typeface="+mn-lt"/>
                <a:cs typeface="+mn-lt"/>
              </a:rPr>
              <a:t>Troubleshooting methods vary across different brands and device types</a:t>
            </a:r>
            <a:endParaRPr lang="en-US" sz="2800"/>
          </a:p>
          <a:p>
            <a:endParaRPr lang="en-US" sz="1600"/>
          </a:p>
        </p:txBody>
      </p:sp>
      <p:pic>
        <p:nvPicPr>
          <p:cNvPr id="13" name="Picture 12" descr="Troubleshooting is an art, not a science">
            <a:extLst>
              <a:ext uri="{FF2B5EF4-FFF2-40B4-BE49-F238E27FC236}">
                <a16:creationId xmlns:a16="http://schemas.microsoft.com/office/drawing/2014/main" id="{5BFC4ADC-4116-F83F-72A1-33D86D2FB7DB}"/>
              </a:ext>
            </a:extLst>
          </p:cNvPr>
          <p:cNvPicPr>
            <a:picLocks noChangeAspect="1"/>
          </p:cNvPicPr>
          <p:nvPr/>
        </p:nvPicPr>
        <p:blipFill>
          <a:blip r:embed="rId4"/>
          <a:stretch>
            <a:fillRect/>
          </a:stretch>
        </p:blipFill>
        <p:spPr>
          <a:xfrm>
            <a:off x="8704358" y="1766485"/>
            <a:ext cx="3156103" cy="2425318"/>
          </a:xfrm>
          <a:prstGeom prst="rect">
            <a:avLst/>
          </a:prstGeom>
        </p:spPr>
      </p:pic>
    </p:spTree>
    <p:extLst>
      <p:ext uri="{BB962C8B-B14F-4D97-AF65-F5344CB8AC3E}">
        <p14:creationId xmlns:p14="http://schemas.microsoft.com/office/powerpoint/2010/main" val="14123458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16AF3-86CB-F635-FAB0-FE8D1A67105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D62589E-9D89-A273-C762-2133AA2856A9}"/>
              </a:ext>
            </a:extLst>
          </p:cNvPr>
          <p:cNvSpPr/>
          <p:nvPr/>
        </p:nvSpPr>
        <p:spPr>
          <a:xfrm rot="-10800000">
            <a:off x="0" y="3451847"/>
            <a:ext cx="3406153" cy="3406153"/>
          </a:xfrm>
          <a:custGeom>
            <a:avLst/>
            <a:gdLst/>
            <a:ahLst/>
            <a:cxnLst/>
            <a:rect l="l" t="t" r="r" b="b"/>
            <a:pathLst>
              <a:path w="5109230" h="5109230">
                <a:moveTo>
                  <a:pt x="0" y="0"/>
                </a:moveTo>
                <a:lnTo>
                  <a:pt x="5109230" y="0"/>
                </a:lnTo>
                <a:lnTo>
                  <a:pt x="5109230" y="5109230"/>
                </a:lnTo>
                <a:lnTo>
                  <a:pt x="0" y="51092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1200"/>
          </a:p>
        </p:txBody>
      </p:sp>
      <p:sp>
        <p:nvSpPr>
          <p:cNvPr id="3" name="Freeform 3">
            <a:extLst>
              <a:ext uri="{FF2B5EF4-FFF2-40B4-BE49-F238E27FC236}">
                <a16:creationId xmlns:a16="http://schemas.microsoft.com/office/drawing/2014/main" id="{9DA75465-2565-846B-12D7-D7641606199C}"/>
              </a:ext>
            </a:extLst>
          </p:cNvPr>
          <p:cNvSpPr/>
          <p:nvPr/>
        </p:nvSpPr>
        <p:spPr>
          <a:xfrm rot="-10800000">
            <a:off x="-1295740" y="-3845791"/>
            <a:ext cx="3963082" cy="4531591"/>
          </a:xfrm>
          <a:custGeom>
            <a:avLst/>
            <a:gdLst/>
            <a:ahLst/>
            <a:cxnLst/>
            <a:rect l="l" t="t" r="r" b="b"/>
            <a:pathLst>
              <a:path w="5944623" h="6797386">
                <a:moveTo>
                  <a:pt x="0" y="0"/>
                </a:moveTo>
                <a:lnTo>
                  <a:pt x="5944622" y="0"/>
                </a:lnTo>
                <a:lnTo>
                  <a:pt x="5944622" y="6797386"/>
                </a:lnTo>
                <a:lnTo>
                  <a:pt x="0" y="6797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1200"/>
          </a:p>
        </p:txBody>
      </p:sp>
      <p:sp>
        <p:nvSpPr>
          <p:cNvPr id="4" name="Freeform 4">
            <a:extLst>
              <a:ext uri="{FF2B5EF4-FFF2-40B4-BE49-F238E27FC236}">
                <a16:creationId xmlns:a16="http://schemas.microsoft.com/office/drawing/2014/main" id="{30F3AADC-500C-40A0-854B-8E49FC5E198D}"/>
              </a:ext>
            </a:extLst>
          </p:cNvPr>
          <p:cNvSpPr/>
          <p:nvPr/>
        </p:nvSpPr>
        <p:spPr>
          <a:xfrm rot="-10800000" flipH="1" flipV="1">
            <a:off x="9524660" y="6172200"/>
            <a:ext cx="3963082" cy="4531591"/>
          </a:xfrm>
          <a:custGeom>
            <a:avLst/>
            <a:gdLst/>
            <a:ahLst/>
            <a:cxnLst/>
            <a:rect l="l" t="t" r="r" b="b"/>
            <a:pathLst>
              <a:path w="5944623" h="6797386">
                <a:moveTo>
                  <a:pt x="5944622" y="6797386"/>
                </a:moveTo>
                <a:lnTo>
                  <a:pt x="0" y="6797386"/>
                </a:lnTo>
                <a:lnTo>
                  <a:pt x="0" y="0"/>
                </a:lnTo>
                <a:lnTo>
                  <a:pt x="5944622" y="0"/>
                </a:lnTo>
                <a:lnTo>
                  <a:pt x="5944622" y="6797386"/>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1200"/>
          </a:p>
        </p:txBody>
      </p:sp>
      <p:sp>
        <p:nvSpPr>
          <p:cNvPr id="5" name="Freeform 5">
            <a:extLst>
              <a:ext uri="{FF2B5EF4-FFF2-40B4-BE49-F238E27FC236}">
                <a16:creationId xmlns:a16="http://schemas.microsoft.com/office/drawing/2014/main" id="{4B6AE869-4FEE-3D7C-DEE0-9B59BFD8C7A1}"/>
              </a:ext>
            </a:extLst>
          </p:cNvPr>
          <p:cNvSpPr/>
          <p:nvPr/>
        </p:nvSpPr>
        <p:spPr>
          <a:xfrm>
            <a:off x="9200399" y="-262184"/>
            <a:ext cx="3406153" cy="3406153"/>
          </a:xfrm>
          <a:custGeom>
            <a:avLst/>
            <a:gdLst/>
            <a:ahLst/>
            <a:cxnLst/>
            <a:rect l="l" t="t" r="r" b="b"/>
            <a:pathLst>
              <a:path w="5109230" h="5109230">
                <a:moveTo>
                  <a:pt x="0" y="0"/>
                </a:moveTo>
                <a:lnTo>
                  <a:pt x="5109230" y="0"/>
                </a:lnTo>
                <a:lnTo>
                  <a:pt x="5109230" y="5109230"/>
                </a:lnTo>
                <a:lnTo>
                  <a:pt x="0" y="51092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1200"/>
          </a:p>
        </p:txBody>
      </p:sp>
      <p:sp>
        <p:nvSpPr>
          <p:cNvPr id="6" name="Freeform 6">
            <a:extLst>
              <a:ext uri="{FF2B5EF4-FFF2-40B4-BE49-F238E27FC236}">
                <a16:creationId xmlns:a16="http://schemas.microsoft.com/office/drawing/2014/main" id="{B7F43FAB-1FEF-219C-CA5E-AACEBB92D85E}"/>
              </a:ext>
            </a:extLst>
          </p:cNvPr>
          <p:cNvSpPr/>
          <p:nvPr/>
        </p:nvSpPr>
        <p:spPr>
          <a:xfrm rot="-10800000" flipH="1" flipV="1">
            <a:off x="11559844" y="3268919"/>
            <a:ext cx="3963082" cy="4531591"/>
          </a:xfrm>
          <a:custGeom>
            <a:avLst/>
            <a:gdLst/>
            <a:ahLst/>
            <a:cxnLst/>
            <a:rect l="l" t="t" r="r" b="b"/>
            <a:pathLst>
              <a:path w="5944623" h="6797386">
                <a:moveTo>
                  <a:pt x="5944622" y="6797386"/>
                </a:moveTo>
                <a:lnTo>
                  <a:pt x="0" y="6797386"/>
                </a:lnTo>
                <a:lnTo>
                  <a:pt x="0" y="0"/>
                </a:lnTo>
                <a:lnTo>
                  <a:pt x="5944622" y="0"/>
                </a:lnTo>
                <a:lnTo>
                  <a:pt x="5944622" y="6797386"/>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1200"/>
          </a:p>
        </p:txBody>
      </p:sp>
      <p:sp>
        <p:nvSpPr>
          <p:cNvPr id="7" name="Freeform 7">
            <a:extLst>
              <a:ext uri="{FF2B5EF4-FFF2-40B4-BE49-F238E27FC236}">
                <a16:creationId xmlns:a16="http://schemas.microsoft.com/office/drawing/2014/main" id="{4BC05E17-291D-CC1E-8667-6CDFBEC20E3F}"/>
              </a:ext>
            </a:extLst>
          </p:cNvPr>
          <p:cNvSpPr/>
          <p:nvPr/>
        </p:nvSpPr>
        <p:spPr>
          <a:xfrm rot="-10800000">
            <a:off x="-3422778" y="-877744"/>
            <a:ext cx="3963082" cy="4531591"/>
          </a:xfrm>
          <a:custGeom>
            <a:avLst/>
            <a:gdLst/>
            <a:ahLst/>
            <a:cxnLst/>
            <a:rect l="l" t="t" r="r" b="b"/>
            <a:pathLst>
              <a:path w="5944623" h="6797386">
                <a:moveTo>
                  <a:pt x="0" y="0"/>
                </a:moveTo>
                <a:lnTo>
                  <a:pt x="5944622" y="0"/>
                </a:lnTo>
                <a:lnTo>
                  <a:pt x="5944622" y="6797385"/>
                </a:lnTo>
                <a:lnTo>
                  <a:pt x="0" y="67973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1200"/>
          </a:p>
        </p:txBody>
      </p:sp>
      <p:sp>
        <p:nvSpPr>
          <p:cNvPr id="9" name="TextBox 9">
            <a:extLst>
              <a:ext uri="{FF2B5EF4-FFF2-40B4-BE49-F238E27FC236}">
                <a16:creationId xmlns:a16="http://schemas.microsoft.com/office/drawing/2014/main" id="{35B4E18A-8C00-3E89-60BC-21F0734782CA}"/>
              </a:ext>
            </a:extLst>
          </p:cNvPr>
          <p:cNvSpPr txBox="1"/>
          <p:nvPr/>
        </p:nvSpPr>
        <p:spPr>
          <a:xfrm>
            <a:off x="0" y="1294843"/>
            <a:ext cx="12192000" cy="1740220"/>
          </a:xfrm>
          <a:prstGeom prst="rect">
            <a:avLst/>
          </a:prstGeom>
        </p:spPr>
        <p:txBody>
          <a:bodyPr lIns="0" tIns="0" rIns="0" bIns="0" rtlCol="0" anchor="t">
            <a:spAutoFit/>
          </a:bodyPr>
          <a:lstStyle/>
          <a:p>
            <a:pPr algn="ctr">
              <a:lnSpc>
                <a:spcPts val="7000"/>
              </a:lnSpc>
            </a:pPr>
            <a:r>
              <a:rPr lang="en-US" sz="5000" b="1">
                <a:solidFill>
                  <a:schemeClr val="accent2"/>
                </a:solidFill>
                <a:latin typeface="TAN Pearl"/>
              </a:rPr>
              <a:t>Our Aim</a:t>
            </a:r>
          </a:p>
          <a:p>
            <a:pPr algn="ctr">
              <a:lnSpc>
                <a:spcPts val="7000"/>
              </a:lnSpc>
            </a:pPr>
            <a:endParaRPr lang="en-US" sz="5000" b="1">
              <a:solidFill>
                <a:schemeClr val="accent2"/>
              </a:solidFill>
              <a:latin typeface="TAN Pearl"/>
              <a:ea typeface="TAN Pearl"/>
              <a:cs typeface="TAN Pearl"/>
            </a:endParaRPr>
          </a:p>
        </p:txBody>
      </p:sp>
      <p:sp>
        <p:nvSpPr>
          <p:cNvPr id="10" name="TextBox 9">
            <a:extLst>
              <a:ext uri="{FF2B5EF4-FFF2-40B4-BE49-F238E27FC236}">
                <a16:creationId xmlns:a16="http://schemas.microsoft.com/office/drawing/2014/main" id="{6F54CEB9-E9E7-7CCC-D0C8-AA513A71E093}"/>
              </a:ext>
            </a:extLst>
          </p:cNvPr>
          <p:cNvSpPr txBox="1"/>
          <p:nvPr/>
        </p:nvSpPr>
        <p:spPr>
          <a:xfrm>
            <a:off x="1266752" y="2480568"/>
            <a:ext cx="10234919"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a:ea typeface="+mn-lt"/>
                <a:cs typeface="+mn-lt"/>
              </a:rPr>
              <a:t>Assist non-technical home users</a:t>
            </a:r>
            <a:r>
              <a:rPr lang="en-US" sz="3000">
                <a:ea typeface="+mn-lt"/>
                <a:cs typeface="+mn-lt"/>
              </a:rPr>
              <a:t> in </a:t>
            </a:r>
            <a:r>
              <a:rPr lang="en-US" sz="3000" b="1">
                <a:ea typeface="+mn-lt"/>
                <a:cs typeface="+mn-lt"/>
              </a:rPr>
              <a:t>identifying</a:t>
            </a:r>
            <a:r>
              <a:rPr lang="en-US" sz="3000">
                <a:ea typeface="+mn-lt"/>
                <a:cs typeface="+mn-lt"/>
              </a:rPr>
              <a:t> and </a:t>
            </a:r>
            <a:r>
              <a:rPr lang="en-US" sz="3000" b="1">
                <a:ea typeface="+mn-lt"/>
                <a:cs typeface="+mn-lt"/>
              </a:rPr>
              <a:t>solving</a:t>
            </a:r>
            <a:r>
              <a:rPr lang="en-US" sz="3000">
                <a:ea typeface="+mn-lt"/>
                <a:cs typeface="+mn-lt"/>
              </a:rPr>
              <a:t> </a:t>
            </a:r>
            <a:r>
              <a:rPr lang="en-US" sz="3000" b="1">
                <a:ea typeface="+mn-lt"/>
                <a:cs typeface="+mn-lt"/>
              </a:rPr>
              <a:t>common problems</a:t>
            </a:r>
            <a:r>
              <a:rPr lang="en-US" sz="3000">
                <a:ea typeface="+mn-lt"/>
                <a:cs typeface="+mn-lt"/>
              </a:rPr>
              <a:t> with their </a:t>
            </a:r>
            <a:r>
              <a:rPr lang="en-US" sz="3000" b="1">
                <a:ea typeface="+mn-lt"/>
                <a:cs typeface="+mn-lt"/>
              </a:rPr>
              <a:t>smart devices</a:t>
            </a:r>
            <a:r>
              <a:rPr lang="en-US" sz="3000">
                <a:ea typeface="+mn-lt"/>
                <a:cs typeface="+mn-lt"/>
              </a:rPr>
              <a:t>, in order to </a:t>
            </a:r>
            <a:r>
              <a:rPr lang="en-US" sz="3000" b="1">
                <a:ea typeface="+mn-lt"/>
                <a:cs typeface="+mn-lt"/>
              </a:rPr>
              <a:t>improve reliability, convenience, and user satisfaction</a:t>
            </a:r>
            <a:r>
              <a:rPr lang="en-US" sz="3000">
                <a:ea typeface="+mn-lt"/>
                <a:cs typeface="+mn-lt"/>
              </a:rPr>
              <a:t> in smart home environments.</a:t>
            </a:r>
            <a:endParaRPr lang="en-US">
              <a:ea typeface="+mn-lt"/>
              <a:cs typeface="+mn-lt"/>
            </a:endParaRPr>
          </a:p>
        </p:txBody>
      </p:sp>
    </p:spTree>
    <p:extLst>
      <p:ext uri="{BB962C8B-B14F-4D97-AF65-F5344CB8AC3E}">
        <p14:creationId xmlns:p14="http://schemas.microsoft.com/office/powerpoint/2010/main" val="22940818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C7F63-3DDD-DB3D-53F9-30B10B136BD5}"/>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B38A1754-2252-865A-78BE-7E1385A9240B}"/>
              </a:ext>
            </a:extLst>
          </p:cNvPr>
          <p:cNvSpPr/>
          <p:nvPr/>
        </p:nvSpPr>
        <p:spPr>
          <a:xfrm rot="-10800000">
            <a:off x="-1295740" y="-3845791"/>
            <a:ext cx="3963082" cy="4531591"/>
          </a:xfrm>
          <a:custGeom>
            <a:avLst/>
            <a:gdLst/>
            <a:ahLst/>
            <a:cxnLst/>
            <a:rect l="l" t="t" r="r" b="b"/>
            <a:pathLst>
              <a:path w="5944623" h="6797386">
                <a:moveTo>
                  <a:pt x="0" y="0"/>
                </a:moveTo>
                <a:lnTo>
                  <a:pt x="5944622" y="0"/>
                </a:lnTo>
                <a:lnTo>
                  <a:pt x="5944622" y="6797386"/>
                </a:lnTo>
                <a:lnTo>
                  <a:pt x="0" y="67973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1200"/>
          </a:p>
        </p:txBody>
      </p:sp>
      <p:sp>
        <p:nvSpPr>
          <p:cNvPr id="5" name="Freeform 5">
            <a:extLst>
              <a:ext uri="{FF2B5EF4-FFF2-40B4-BE49-F238E27FC236}">
                <a16:creationId xmlns:a16="http://schemas.microsoft.com/office/drawing/2014/main" id="{4C64604F-BA0D-7390-10D5-28C3F6EB0AC4}"/>
              </a:ext>
            </a:extLst>
          </p:cNvPr>
          <p:cNvSpPr/>
          <p:nvPr/>
        </p:nvSpPr>
        <p:spPr>
          <a:xfrm>
            <a:off x="9200399" y="-262184"/>
            <a:ext cx="3406153" cy="3406153"/>
          </a:xfrm>
          <a:custGeom>
            <a:avLst/>
            <a:gdLst/>
            <a:ahLst/>
            <a:cxnLst/>
            <a:rect l="l" t="t" r="r" b="b"/>
            <a:pathLst>
              <a:path w="5109230" h="5109230">
                <a:moveTo>
                  <a:pt x="0" y="0"/>
                </a:moveTo>
                <a:lnTo>
                  <a:pt x="5109230" y="0"/>
                </a:lnTo>
                <a:lnTo>
                  <a:pt x="5109230" y="5109230"/>
                </a:lnTo>
                <a:lnTo>
                  <a:pt x="0" y="51092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1200"/>
          </a:p>
        </p:txBody>
      </p:sp>
      <p:sp>
        <p:nvSpPr>
          <p:cNvPr id="7" name="Freeform 7">
            <a:extLst>
              <a:ext uri="{FF2B5EF4-FFF2-40B4-BE49-F238E27FC236}">
                <a16:creationId xmlns:a16="http://schemas.microsoft.com/office/drawing/2014/main" id="{0EAB4E87-2E85-78AD-D2DD-934C97AB11C4}"/>
              </a:ext>
            </a:extLst>
          </p:cNvPr>
          <p:cNvSpPr/>
          <p:nvPr/>
        </p:nvSpPr>
        <p:spPr>
          <a:xfrm rot="-10800000">
            <a:off x="-3422778" y="-877744"/>
            <a:ext cx="3963082" cy="4531591"/>
          </a:xfrm>
          <a:custGeom>
            <a:avLst/>
            <a:gdLst/>
            <a:ahLst/>
            <a:cxnLst/>
            <a:rect l="l" t="t" r="r" b="b"/>
            <a:pathLst>
              <a:path w="5944623" h="6797386">
                <a:moveTo>
                  <a:pt x="0" y="0"/>
                </a:moveTo>
                <a:lnTo>
                  <a:pt x="5944622" y="0"/>
                </a:lnTo>
                <a:lnTo>
                  <a:pt x="5944622" y="6797385"/>
                </a:lnTo>
                <a:lnTo>
                  <a:pt x="0" y="679738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1200"/>
          </a:p>
        </p:txBody>
      </p:sp>
      <p:sp>
        <p:nvSpPr>
          <p:cNvPr id="9" name="TextBox 9">
            <a:extLst>
              <a:ext uri="{FF2B5EF4-FFF2-40B4-BE49-F238E27FC236}">
                <a16:creationId xmlns:a16="http://schemas.microsoft.com/office/drawing/2014/main" id="{77D28B1A-541B-A587-234C-160778C386EB}"/>
              </a:ext>
            </a:extLst>
          </p:cNvPr>
          <p:cNvSpPr txBox="1"/>
          <p:nvPr/>
        </p:nvSpPr>
        <p:spPr>
          <a:xfrm>
            <a:off x="0" y="518466"/>
            <a:ext cx="12192000" cy="1740220"/>
          </a:xfrm>
          <a:prstGeom prst="rect">
            <a:avLst/>
          </a:prstGeom>
        </p:spPr>
        <p:txBody>
          <a:bodyPr lIns="0" tIns="0" rIns="0" bIns="0" rtlCol="0" anchor="t">
            <a:spAutoFit/>
          </a:bodyPr>
          <a:lstStyle/>
          <a:p>
            <a:pPr algn="ctr">
              <a:lnSpc>
                <a:spcPts val="7000"/>
              </a:lnSpc>
            </a:pPr>
            <a:r>
              <a:rPr lang="en-US" sz="5000" b="1">
                <a:solidFill>
                  <a:schemeClr val="accent2"/>
                </a:solidFill>
                <a:latin typeface="TAN Pearl"/>
              </a:rPr>
              <a:t>System Goal</a:t>
            </a:r>
          </a:p>
          <a:p>
            <a:pPr algn="ctr">
              <a:lnSpc>
                <a:spcPts val="7000"/>
              </a:lnSpc>
            </a:pPr>
            <a:endParaRPr lang="en-US" sz="5000">
              <a:solidFill>
                <a:srgbClr val="000000"/>
              </a:solidFill>
              <a:latin typeface="TAN Pearl"/>
              <a:ea typeface="TAN Pearl"/>
              <a:cs typeface="TAN Pearl"/>
              <a:sym typeface="TAN Pearl"/>
            </a:endParaRPr>
          </a:p>
        </p:txBody>
      </p:sp>
      <p:sp>
        <p:nvSpPr>
          <p:cNvPr id="11" name="TextBox 8">
            <a:extLst>
              <a:ext uri="{FF2B5EF4-FFF2-40B4-BE49-F238E27FC236}">
                <a16:creationId xmlns:a16="http://schemas.microsoft.com/office/drawing/2014/main" id="{C762864E-7FBA-0FCD-FAF1-A195E3561CE1}"/>
              </a:ext>
            </a:extLst>
          </p:cNvPr>
          <p:cNvSpPr txBox="1"/>
          <p:nvPr/>
        </p:nvSpPr>
        <p:spPr>
          <a:xfrm>
            <a:off x="2366540" y="2583554"/>
            <a:ext cx="8037849" cy="734368"/>
          </a:xfrm>
          <a:prstGeom prst="rect">
            <a:avLst/>
          </a:prstGeom>
        </p:spPr>
        <p:txBody>
          <a:bodyPr wrap="square" lIns="0" tIns="0" rIns="0" bIns="0" rtlCol="0" anchor="t">
            <a:spAutoFit/>
          </a:bodyPr>
          <a:lstStyle/>
          <a:p>
            <a:pPr algn="l">
              <a:lnSpc>
                <a:spcPts val="6087"/>
              </a:lnSpc>
            </a:pPr>
            <a:endParaRPr lang="en-US" sz="4031">
              <a:solidFill>
                <a:srgbClr val="000000"/>
              </a:solidFill>
              <a:latin typeface="DM Sans"/>
              <a:ea typeface="DM Sans"/>
              <a:cs typeface="DM Sans"/>
              <a:sym typeface="DM Sans"/>
            </a:endParaRPr>
          </a:p>
        </p:txBody>
      </p:sp>
      <p:sp>
        <p:nvSpPr>
          <p:cNvPr id="10" name="TextBox 9">
            <a:extLst>
              <a:ext uri="{FF2B5EF4-FFF2-40B4-BE49-F238E27FC236}">
                <a16:creationId xmlns:a16="http://schemas.microsoft.com/office/drawing/2014/main" id="{AE43BC98-569F-870E-1DD8-AD42F9777D9C}"/>
              </a:ext>
            </a:extLst>
          </p:cNvPr>
          <p:cNvSpPr txBox="1"/>
          <p:nvPr/>
        </p:nvSpPr>
        <p:spPr>
          <a:xfrm>
            <a:off x="1321836" y="1713545"/>
            <a:ext cx="10234919"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14350" indent="-514350">
              <a:buAutoNum type="arabicPeriod"/>
            </a:pPr>
            <a:r>
              <a:rPr lang="en-US" sz="3000" b="1">
                <a:ea typeface="+mn-lt"/>
                <a:cs typeface="+mn-lt"/>
              </a:rPr>
              <a:t>Diagnosis Accuracy</a:t>
            </a:r>
            <a:endParaRPr lang="en-US" sz="3000" b="1"/>
          </a:p>
          <a:p>
            <a:pPr marL="742950" lvl="1" indent="-285750">
              <a:buFont typeface="Courier New"/>
              <a:buChar char="o"/>
            </a:pPr>
            <a:r>
              <a:rPr lang="en-US" sz="3000">
                <a:ea typeface="+mn-lt"/>
                <a:cs typeface="+mn-lt"/>
              </a:rPr>
              <a:t>Correct identification of issues and solutions</a:t>
            </a:r>
            <a:endParaRPr lang="en-US" sz="3000"/>
          </a:p>
          <a:p>
            <a:pPr lvl="1"/>
            <a:endParaRPr lang="en-US" sz="3000">
              <a:ea typeface="+mn-lt"/>
              <a:cs typeface="+mn-lt"/>
            </a:endParaRPr>
          </a:p>
          <a:p>
            <a:pPr marL="285750" indent="-285750">
              <a:buAutoNum type="arabicPeriod"/>
            </a:pPr>
            <a:r>
              <a:rPr lang="en-US" sz="3000" b="1">
                <a:ea typeface="+mn-lt"/>
                <a:cs typeface="+mn-lt"/>
              </a:rPr>
              <a:t> User Satisfaction</a:t>
            </a:r>
            <a:endParaRPr lang="en-US" sz="3000" b="1"/>
          </a:p>
          <a:p>
            <a:pPr marL="742950" lvl="1" indent="-285750">
              <a:buFont typeface="Courier New"/>
              <a:buChar char="o"/>
            </a:pPr>
            <a:r>
              <a:rPr lang="en-US" sz="3000">
                <a:ea typeface="+mn-lt"/>
                <a:cs typeface="+mn-lt"/>
              </a:rPr>
              <a:t>Users can resolve problems using the system</a:t>
            </a:r>
            <a:endParaRPr lang="en-US" sz="3000"/>
          </a:p>
          <a:p>
            <a:pPr lvl="1"/>
            <a:endParaRPr lang="en-US" sz="3000">
              <a:ea typeface="+mn-lt"/>
              <a:cs typeface="+mn-lt"/>
            </a:endParaRPr>
          </a:p>
          <a:p>
            <a:pPr marL="285750" indent="-285750">
              <a:buAutoNum type="arabicPeriod"/>
            </a:pPr>
            <a:r>
              <a:rPr lang="en-US" sz="3000" b="1">
                <a:ea typeface="+mn-lt"/>
                <a:cs typeface="+mn-lt"/>
              </a:rPr>
              <a:t> Device &amp; Issue Coverage</a:t>
            </a:r>
            <a:endParaRPr lang="en-US" sz="3000" b="1"/>
          </a:p>
          <a:p>
            <a:pPr marL="742950" lvl="1" indent="-285750">
              <a:buFont typeface="Courier New"/>
              <a:buChar char="o"/>
            </a:pPr>
            <a:r>
              <a:rPr lang="en-US" sz="3000">
                <a:ea typeface="+mn-lt"/>
                <a:cs typeface="+mn-lt"/>
              </a:rPr>
              <a:t>Supports a wide range of devices and common problems</a:t>
            </a:r>
            <a:endParaRPr lang="en-US" sz="3000"/>
          </a:p>
          <a:p>
            <a:pPr algn="l"/>
            <a:endParaRPr lang="en-US" sz="3000"/>
          </a:p>
        </p:txBody>
      </p:sp>
    </p:spTree>
    <p:extLst>
      <p:ext uri="{BB962C8B-B14F-4D97-AF65-F5344CB8AC3E}">
        <p14:creationId xmlns:p14="http://schemas.microsoft.com/office/powerpoint/2010/main" val="25145708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77F32-9BD4-80C5-32B8-668B19D087F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8E9518B-3D29-3D61-B96B-60BB5980CC37}"/>
              </a:ext>
            </a:extLst>
          </p:cNvPr>
          <p:cNvSpPr/>
          <p:nvPr/>
        </p:nvSpPr>
        <p:spPr>
          <a:xfrm rot="-10800000">
            <a:off x="0" y="3451847"/>
            <a:ext cx="3406153" cy="3406153"/>
          </a:xfrm>
          <a:custGeom>
            <a:avLst/>
            <a:gdLst/>
            <a:ahLst/>
            <a:cxnLst/>
            <a:rect l="l" t="t" r="r" b="b"/>
            <a:pathLst>
              <a:path w="5109230" h="5109230">
                <a:moveTo>
                  <a:pt x="0" y="0"/>
                </a:moveTo>
                <a:lnTo>
                  <a:pt x="5109230" y="0"/>
                </a:lnTo>
                <a:lnTo>
                  <a:pt x="5109230" y="5109230"/>
                </a:lnTo>
                <a:lnTo>
                  <a:pt x="0" y="51092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1200"/>
          </a:p>
        </p:txBody>
      </p:sp>
      <p:sp>
        <p:nvSpPr>
          <p:cNvPr id="3" name="Freeform 3">
            <a:extLst>
              <a:ext uri="{FF2B5EF4-FFF2-40B4-BE49-F238E27FC236}">
                <a16:creationId xmlns:a16="http://schemas.microsoft.com/office/drawing/2014/main" id="{799BBE30-BD06-AA8A-D8D3-401BAF3FF439}"/>
              </a:ext>
            </a:extLst>
          </p:cNvPr>
          <p:cNvSpPr/>
          <p:nvPr/>
        </p:nvSpPr>
        <p:spPr>
          <a:xfrm rot="-10800000">
            <a:off x="-1295740" y="-3845791"/>
            <a:ext cx="3963082" cy="4531591"/>
          </a:xfrm>
          <a:custGeom>
            <a:avLst/>
            <a:gdLst/>
            <a:ahLst/>
            <a:cxnLst/>
            <a:rect l="l" t="t" r="r" b="b"/>
            <a:pathLst>
              <a:path w="5944623" h="6797386">
                <a:moveTo>
                  <a:pt x="0" y="0"/>
                </a:moveTo>
                <a:lnTo>
                  <a:pt x="5944622" y="0"/>
                </a:lnTo>
                <a:lnTo>
                  <a:pt x="5944622" y="6797386"/>
                </a:lnTo>
                <a:lnTo>
                  <a:pt x="0" y="6797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1200"/>
          </a:p>
        </p:txBody>
      </p:sp>
      <p:sp>
        <p:nvSpPr>
          <p:cNvPr id="4" name="Freeform 4">
            <a:extLst>
              <a:ext uri="{FF2B5EF4-FFF2-40B4-BE49-F238E27FC236}">
                <a16:creationId xmlns:a16="http://schemas.microsoft.com/office/drawing/2014/main" id="{7A2CA307-24C0-2292-3274-C678C25E738A}"/>
              </a:ext>
            </a:extLst>
          </p:cNvPr>
          <p:cNvSpPr/>
          <p:nvPr/>
        </p:nvSpPr>
        <p:spPr>
          <a:xfrm rot="-10800000" flipH="1" flipV="1">
            <a:off x="9524660" y="6172200"/>
            <a:ext cx="3963082" cy="4531591"/>
          </a:xfrm>
          <a:custGeom>
            <a:avLst/>
            <a:gdLst/>
            <a:ahLst/>
            <a:cxnLst/>
            <a:rect l="l" t="t" r="r" b="b"/>
            <a:pathLst>
              <a:path w="5944623" h="6797386">
                <a:moveTo>
                  <a:pt x="5944622" y="6797386"/>
                </a:moveTo>
                <a:lnTo>
                  <a:pt x="0" y="6797386"/>
                </a:lnTo>
                <a:lnTo>
                  <a:pt x="0" y="0"/>
                </a:lnTo>
                <a:lnTo>
                  <a:pt x="5944622" y="0"/>
                </a:lnTo>
                <a:lnTo>
                  <a:pt x="5944622" y="6797386"/>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1200"/>
          </a:p>
        </p:txBody>
      </p:sp>
      <p:sp>
        <p:nvSpPr>
          <p:cNvPr id="5" name="Freeform 5">
            <a:extLst>
              <a:ext uri="{FF2B5EF4-FFF2-40B4-BE49-F238E27FC236}">
                <a16:creationId xmlns:a16="http://schemas.microsoft.com/office/drawing/2014/main" id="{50C0F210-1016-3D22-158E-1A6A458A1525}"/>
              </a:ext>
            </a:extLst>
          </p:cNvPr>
          <p:cNvSpPr/>
          <p:nvPr/>
        </p:nvSpPr>
        <p:spPr>
          <a:xfrm>
            <a:off x="9200399" y="-262184"/>
            <a:ext cx="3406153" cy="3406153"/>
          </a:xfrm>
          <a:custGeom>
            <a:avLst/>
            <a:gdLst/>
            <a:ahLst/>
            <a:cxnLst/>
            <a:rect l="l" t="t" r="r" b="b"/>
            <a:pathLst>
              <a:path w="5109230" h="5109230">
                <a:moveTo>
                  <a:pt x="0" y="0"/>
                </a:moveTo>
                <a:lnTo>
                  <a:pt x="5109230" y="0"/>
                </a:lnTo>
                <a:lnTo>
                  <a:pt x="5109230" y="5109230"/>
                </a:lnTo>
                <a:lnTo>
                  <a:pt x="0" y="51092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1200"/>
          </a:p>
        </p:txBody>
      </p:sp>
      <p:sp>
        <p:nvSpPr>
          <p:cNvPr id="6" name="Freeform 6">
            <a:extLst>
              <a:ext uri="{FF2B5EF4-FFF2-40B4-BE49-F238E27FC236}">
                <a16:creationId xmlns:a16="http://schemas.microsoft.com/office/drawing/2014/main" id="{180EC278-3733-1FEA-8921-B4388095A911}"/>
              </a:ext>
            </a:extLst>
          </p:cNvPr>
          <p:cNvSpPr/>
          <p:nvPr/>
        </p:nvSpPr>
        <p:spPr>
          <a:xfrm rot="-10800000" flipH="1" flipV="1">
            <a:off x="11559844" y="3268919"/>
            <a:ext cx="3963082" cy="4531591"/>
          </a:xfrm>
          <a:custGeom>
            <a:avLst/>
            <a:gdLst/>
            <a:ahLst/>
            <a:cxnLst/>
            <a:rect l="l" t="t" r="r" b="b"/>
            <a:pathLst>
              <a:path w="5944623" h="6797386">
                <a:moveTo>
                  <a:pt x="5944622" y="6797386"/>
                </a:moveTo>
                <a:lnTo>
                  <a:pt x="0" y="6797386"/>
                </a:lnTo>
                <a:lnTo>
                  <a:pt x="0" y="0"/>
                </a:lnTo>
                <a:lnTo>
                  <a:pt x="5944622" y="0"/>
                </a:lnTo>
                <a:lnTo>
                  <a:pt x="5944622" y="6797386"/>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1200"/>
          </a:p>
        </p:txBody>
      </p:sp>
      <p:sp>
        <p:nvSpPr>
          <p:cNvPr id="7" name="Freeform 7">
            <a:extLst>
              <a:ext uri="{FF2B5EF4-FFF2-40B4-BE49-F238E27FC236}">
                <a16:creationId xmlns:a16="http://schemas.microsoft.com/office/drawing/2014/main" id="{8B8E76DC-BDDB-9612-8395-11BE8A0BB191}"/>
              </a:ext>
            </a:extLst>
          </p:cNvPr>
          <p:cNvSpPr/>
          <p:nvPr/>
        </p:nvSpPr>
        <p:spPr>
          <a:xfrm rot="-10800000">
            <a:off x="-3422778" y="-877744"/>
            <a:ext cx="3963082" cy="4531591"/>
          </a:xfrm>
          <a:custGeom>
            <a:avLst/>
            <a:gdLst/>
            <a:ahLst/>
            <a:cxnLst/>
            <a:rect l="l" t="t" r="r" b="b"/>
            <a:pathLst>
              <a:path w="5944623" h="6797386">
                <a:moveTo>
                  <a:pt x="0" y="0"/>
                </a:moveTo>
                <a:lnTo>
                  <a:pt x="5944622" y="0"/>
                </a:lnTo>
                <a:lnTo>
                  <a:pt x="5944622" y="6797385"/>
                </a:lnTo>
                <a:lnTo>
                  <a:pt x="0" y="67973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1200"/>
          </a:p>
        </p:txBody>
      </p:sp>
      <p:sp>
        <p:nvSpPr>
          <p:cNvPr id="9" name="TextBox 9">
            <a:extLst>
              <a:ext uri="{FF2B5EF4-FFF2-40B4-BE49-F238E27FC236}">
                <a16:creationId xmlns:a16="http://schemas.microsoft.com/office/drawing/2014/main" id="{7100A4BB-A0F5-E081-C46D-F8AF5630280B}"/>
              </a:ext>
            </a:extLst>
          </p:cNvPr>
          <p:cNvSpPr txBox="1"/>
          <p:nvPr/>
        </p:nvSpPr>
        <p:spPr>
          <a:xfrm>
            <a:off x="0" y="1294843"/>
            <a:ext cx="12192000" cy="1740220"/>
          </a:xfrm>
          <a:prstGeom prst="rect">
            <a:avLst/>
          </a:prstGeom>
        </p:spPr>
        <p:txBody>
          <a:bodyPr lIns="0" tIns="0" rIns="0" bIns="0" rtlCol="0" anchor="t">
            <a:spAutoFit/>
          </a:bodyPr>
          <a:lstStyle/>
          <a:p>
            <a:pPr algn="ctr">
              <a:lnSpc>
                <a:spcPts val="7000"/>
              </a:lnSpc>
            </a:pPr>
            <a:r>
              <a:rPr lang="en-US" sz="5000">
                <a:solidFill>
                  <a:srgbClr val="000000"/>
                </a:solidFill>
                <a:latin typeface="TAN Pearl"/>
                <a:sym typeface="TAN Pearl"/>
              </a:rPr>
              <a:t> </a:t>
            </a:r>
            <a:r>
              <a:rPr lang="en-US" sz="5000" b="1">
                <a:solidFill>
                  <a:schemeClr val="accent2"/>
                </a:solidFill>
                <a:latin typeface="TAN Pearl"/>
                <a:sym typeface="TAN Pearl"/>
              </a:rPr>
              <a:t>ES-Builder Diagram</a:t>
            </a:r>
            <a:endParaRPr lang="en-US" b="1">
              <a:solidFill>
                <a:schemeClr val="accent2"/>
              </a:solidFill>
            </a:endParaRPr>
          </a:p>
          <a:p>
            <a:pPr algn="ctr">
              <a:lnSpc>
                <a:spcPts val="7000"/>
              </a:lnSpc>
            </a:pPr>
            <a:endParaRPr lang="en-US" sz="5000">
              <a:solidFill>
                <a:srgbClr val="000000"/>
              </a:solidFill>
              <a:latin typeface="TAN Pearl"/>
              <a:ea typeface="TAN Pearl"/>
              <a:cs typeface="TAN Pearl"/>
              <a:sym typeface="TAN Pearl"/>
            </a:endParaRPr>
          </a:p>
        </p:txBody>
      </p:sp>
      <p:sp>
        <p:nvSpPr>
          <p:cNvPr id="11" name="TextBox 8">
            <a:extLst>
              <a:ext uri="{FF2B5EF4-FFF2-40B4-BE49-F238E27FC236}">
                <a16:creationId xmlns:a16="http://schemas.microsoft.com/office/drawing/2014/main" id="{59121053-B8EF-3472-F995-725D47269834}"/>
              </a:ext>
            </a:extLst>
          </p:cNvPr>
          <p:cNvSpPr txBox="1"/>
          <p:nvPr/>
        </p:nvSpPr>
        <p:spPr>
          <a:xfrm>
            <a:off x="2366540" y="2583554"/>
            <a:ext cx="8037849" cy="734368"/>
          </a:xfrm>
          <a:prstGeom prst="rect">
            <a:avLst/>
          </a:prstGeom>
        </p:spPr>
        <p:txBody>
          <a:bodyPr wrap="square" lIns="0" tIns="0" rIns="0" bIns="0" rtlCol="0" anchor="t">
            <a:spAutoFit/>
          </a:bodyPr>
          <a:lstStyle/>
          <a:p>
            <a:pPr algn="l">
              <a:lnSpc>
                <a:spcPts val="6087"/>
              </a:lnSpc>
            </a:pPr>
            <a:endParaRPr lang="en-US" sz="4031">
              <a:solidFill>
                <a:srgbClr val="000000"/>
              </a:solidFill>
              <a:latin typeface="DM Sans"/>
              <a:ea typeface="DM Sans"/>
              <a:cs typeface="DM Sans"/>
              <a:sym typeface="DM Sans"/>
            </a:endParaRPr>
          </a:p>
        </p:txBody>
      </p:sp>
      <p:sp>
        <p:nvSpPr>
          <p:cNvPr id="8" name="TextBox 7">
            <a:extLst>
              <a:ext uri="{FF2B5EF4-FFF2-40B4-BE49-F238E27FC236}">
                <a16:creationId xmlns:a16="http://schemas.microsoft.com/office/drawing/2014/main" id="{5513CEC2-4F6A-6EE1-5157-1FF7A5C18163}"/>
              </a:ext>
            </a:extLst>
          </p:cNvPr>
          <p:cNvSpPr txBox="1"/>
          <p:nvPr/>
        </p:nvSpPr>
        <p:spPr>
          <a:xfrm>
            <a:off x="1850571" y="2379305"/>
            <a:ext cx="9081795"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85800" indent="-685800">
              <a:buFont typeface="Arial"/>
              <a:buChar char="•"/>
            </a:pPr>
            <a:r>
              <a:rPr lang="en-US" sz="4500" dirty="0">
                <a:ea typeface="+mn-lt"/>
                <a:cs typeface="+mn-lt"/>
                <a:hlinkClick r:id="rId6"/>
              </a:rPr>
              <a:t>Our ES-Builder</a:t>
            </a:r>
            <a:endParaRPr lang="en-US" sz="4500" dirty="0">
              <a:ea typeface="+mn-lt"/>
              <a:cs typeface="+mn-lt"/>
            </a:endParaRPr>
          </a:p>
          <a:p>
            <a:pPr algn="l"/>
            <a:endParaRPr lang="en-US" sz="4500" dirty="0"/>
          </a:p>
        </p:txBody>
      </p:sp>
    </p:spTree>
    <p:extLst>
      <p:ext uri="{BB962C8B-B14F-4D97-AF65-F5344CB8AC3E}">
        <p14:creationId xmlns:p14="http://schemas.microsoft.com/office/powerpoint/2010/main" val="11219230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webextension1.xml><?xml version="1.0" encoding="utf-8"?>
<we:webextension xmlns:we="http://schemas.microsoft.com/office/webextensions/webextension/2010/11" id="{511DE1EB-C6BF-4B96-B906-729B426B2A64}">
  <we:reference id="wa200003233" version="2.0.0.3" store="en-US" storeType="OMEX"/>
  <we:alternateReferences>
    <we:reference id="WA200003233" version="2.0.0.3" store="WA200003233" storeType="OMEX"/>
  </we:alternateReferences>
  <we:properties>
    <we:property name="artifactViewState" value="&quot;live&quot;"/>
    <we:property name="backgroundColor" value="&quot;#CCCCCC&quot;"/>
    <we:property name="bookmark" value="&quot;H4sIAAAAAAAAA+1Y32/bNhD+Vwy9NAOcgaJkS8rDgCRNiwLrENRFNmzIw5E8OWxlUaMoN17g/31HykadNE2cboFdoH4xebw7fvdDHyndREq3TQWL32CG0VF0YszHGdiPgzgaRnUvy4tklHImWaJUkYpcIEto1TROm7qNjm4iB3aK7kK3HVTeEQn/uhxGUFXnMPWzEqoWh1GDtjU1VPof7JVpydkOl8MIr5vKWPAuJw4cerdzUqc5QYh/9juCdHqOE5Sul5Y8FypPWZzlSVJyXsaQk1rbKwRk96p4ua4cefdDsTi7biwhvlkHzHPIijGyWErJs4ynBZPk1y0av3pK6KbGagkVCXtH3s/FGi0fRq+smQWPq7Q2pHlWO+0WNDm3hqyQRO+DR7akXP1+hRaDyample4jJHvj/J9HiG27Er6pb8valV3VzeovtSemsxLfYfl5EhAtKesEhWoSUB1PcfDams4vEJ4LqLpQR/L8q6YQKVofpBeTdt1VlVe8XPrfZV/AjU23AvNFRh6ANIyuzKdTi5R8FR3FYct56CHKlwNdr6pZjksm8kykaiR4lscZk+WjBUclk4TlyZiPWKqYEhjDjgq+B7V9cQJiMSAmmFGAg4NfxuynF8HwK+qvkZIfntzBH4ODND0cFVsb/Dk4iPNDnj9s8FZXFda1JsIYHPDiME16/ctd9B5bDm/WrXGs5lBLkt7F8Bah7SxuC2LS2Tku7mJowDotdQO1a++B4SNvdT2tVmQaKDOM+jaLGo2nV+TDk7X4QKzo25+MjFVoTxahs15qu+ZTauOzZw/C91/P46TzYYOpV0/ZYvt+f0oJfacMI17AqBilTCY5jOOxAhCPk0ORlEKkyTiVWZwXnIm0yH6Qww9y2G9y+Azjdof+l2zcD2RyZZqGaGgQ9vsGmpJV11JZUfVonkJZ8V3Keo6AdkpZEjBhCuM0FXHOCuRszL5OWXtS8i2egePp1OIU1sz2/1fxJVb68G/qMq/k11519bpr9hMxDVUn3fcFeoJ2riVuD3qLW8vcuPcgwpm4/yTwznx6wjH8xF17DmBlQa+tnEERp0yxnOfj8BL7YBodXjthrm/n0HsTMWSyRMlhxBkrEsmkeJRRnvcse1MfTpyx33Z6gFU7veBugPf1ojZBmSieZbFkmcpkmuXZaMcJ9mQ4R7v4LhO8AX7Zf2/YRBPRRXQadjCdaxuQeA51f3dueh8agx6lFWrlgw7jcEu/5z4ZPlVFq88a9PsX3YO4qyITAAA=&quot;"/>
    <we:property name="creatorSessionId" value="&quot;24e30705-d2ff-407f-9515-94ccdd328bd9&quot;"/>
    <we:property name="creatorTenantId" value="&quot;44045d78-cc95-4d18-8527-662fb5d54407&quot;"/>
    <we:property name="creatorUserId" value="&quot;100320029CBE9791&quot;"/>
    <we:property name="datasetId" value="&quot;eb91e72a-a824-4fd7-a52b-bbfc2aed5b0d&quot;"/>
    <we:property name="design" value="{&quot;border&quot;:{&quot;isActive&quot;:true,&quot;color&quot;:&quot;#f0a787&quot;,&quot;width&quot;:5,&quot;transparency&quot;:0,&quot;dash&quot;:&quot;solid&quot;}}"/>
    <we:property name="embedUrl" value="&quot;/reportEmbed?reportId=3d30944b-07b5-4599-9576-eee0428f6b83&amp;config=eyJjbHVzdGVyVXJsIjoiaHR0cHM6Ly9XQUJJLVNPVVRILUVBU1QtQVNJQS1yZWRpcmVjdC5hbmFseXNpcy53aW5kb3dzLm5ldCIsImVtYmVkRmVhdHVyZXMiOnsidXNhZ2VNZXRyaWNzVk5leHQiOnRydWV9fQ%3D%3D&amp;disableSensitivityBanner=true&amp;storytellingChangeViewModeShortcutKeys=true&quot;"/>
    <we:property name="initialStateBookmark" value="&quot;H4sIAAAAAAAAA+1YbW/bNhD+K4a+NAOcgaJkS8qHAU6aFkWXNoiLrOgQDCfy5LCVRY2i3HiB//uOlI06aZo43QK7QP3F5PHu+NyLHlK6DqRq6hLmb2CKwUFwqPWnKZhPvTDoB9VS9vbt65PR2eu/3oxOjkmsa6t01QQH14EFM0F7rpoWSueBhH9e9AMoy1OYuFkBZYP9oEbT6ApK9Q92yrRkTYuLfoBXdakNOJdjCxad2xmp05z2Dn+NaEcQVs1wjMJ20oKnuUxjFiZpFBWcFyGkpNZ0Ch7ZnSpOrkpL3t0wnx9f1YYQX68i5Skk2RBZKITgScLjjAnya+e1Wz0idBNtlICShJ0j5+d8hZb3gxdGT73HZT5r0jyurLJzmpwaTVZIonfeI1tQrv64RIPe5EhXUnURkr227s8hxKZZCl9VN2XN0q5sp9XX2mPdGoFnWHyZeEQLyjpBoZp4VKMJ9l4a3boFwnMOZevrSJ5/VxQiReuCdGLSrtqydIoXC/e76Aq4tulGYL7KyD2Q+sGl/nxkkJIvg4PQbznzPUT5sqCqZTWLYcHyNMljOch5koYJE8WDBUcpooil0ZAPWCyZzDGELRV8B2r77BDyeY8oYEoB9vZ+G7JfnnnDb6i/REq+f3J773t7cbw/yDY2+NDbC9N9nt5vcKLKEqtKEWH09ni2H0ed/sU2eo8t+ter1hjJGVSCpLcxnCA0rcFNQYxbM8P5bQw1GKuEqqGyzR0wXOSNqiblkkw9ZfpR12ZBrfDoknw4ss4/Eiu69icjbSSaw7nvrOfKrPiU2vj4yYNw/dfxOOl8XGPq5VM237zfH1NC1yn9gGcwyAYxE1EKw3AoAfKHySGLijyPo2EskjDNOMvjLPlJDj/JYbfJ4QuMmx36X7JxN5Dxpa5roqGe3+87aEqUbUNlRdmheQxlhbcp6ykC2iplCcCISQzjOA9TliFnQ/ZtytqRkm/wDIwmE4MTWDHb/1/F51iq/b+py5ySW3vRVquu2U3ENJStsD8W6DGamRK4OegNbi0zbd9B7s/E3SeBM/35EcfwI3ftOIAVGb22cgZZGDPJUp4O/UvsvWm0eGVzfXUzh85bHkIiChQcBpyxLBJM5A8yytOeZa+q/bHV5vtODzByqxfcNfCuXtQmKCLJkyQULJGJiJM0GWw5wY4MZ2jmP2SC18Avuu8N62gCuohO/A66tU0NAk+h6u7OdedDodejtEIlXdB+7G/pd9wn3feowO9BWVCOhTbTX2L7FwbRy5RKEwAA&quot;"/>
    <we:property name="isFiltersActionButtonVisible" value="true"/>
    <we:property name="isFooterCollapsed" value="true"/>
    <we:property name="isVisualContainerHeaderHidden" value="false"/>
    <we:property name="pageDisplayName" value="&quot;Survey&quot;"/>
    <we:property name="pageName" value="&quot;f28bd84017833f22f1a8&quot;"/>
    <we:property name="pptInsertionSessionID" value="&quot;50601C41-3FA2-48E5-945F-6A96D5BD76C0&quot;"/>
    <we:property name="reportEmbeddedTime" value="&quot;2025-05-16T06:17:45.083Z&quot;"/>
    <we:property name="reportName" value="&quot;a2&quot;"/>
    <we:property name="reportState" value="&quot;CONNECTED&quot;"/>
    <we:property name="reportUrl" value="&quot;/groups/me/reports/3d30944b-07b5-4599-9576-eee0428f6b83/f28bd84017833f22f1a8&quot;"/>
  </we:properties>
  <we:bindings/>
  <we:snapshot xmlns:r="http://schemas.openxmlformats.org/officeDocument/2006/relationships"/>
</we:webextension>
</file>

<file path=ppt/webextensions/webextension2.xml><?xml version="1.0" encoding="utf-8"?>
<we:webextension xmlns:we="http://schemas.microsoft.com/office/webextensions/webextension/2010/11" id="{DFB6E4CA-66D1-432E-AF97-678252CF824C}">
  <we:reference id="wa200003233" version="2.0.0.3" store="en-US" storeType="OMEX"/>
  <we:alternateReferences>
    <we:reference id="WA200003233" version="2.0.0.3" store="WA200003233" storeType="OMEX"/>
  </we:alternateReferences>
  <we:properties>
    <we:property name="artifactViewState" value="&quot;live&quot;"/>
    <we:property name="backgroundColor" value="&quot;#B3B3B3&quot;"/>
    <we:property name="bookmark" value="&quot;H4sIAAAAAAAAA+1XbW/bNhD+K4a+ZAO0gHqxIufLkKZpVyzogjnNgBVBQVEnmS0taiTlRQv833ukpNZO7NTp4nYfJhswdXx4fO6Fx/Otl3NdC9q+pnPwjr1nUn6YU/VhFHi+V3WyGEIWRAWBLIAAUsKOEoazsjZcVto7vvUMVSWYK64bKqwiFL699j0qxAUt7VtBhQbfq0FpWVHB/4EOjFNGNbD0PbiphVTUqpwaasCqXSAc35FCcBjhjpQZvoApMNNJU0rTcUgiFkZBmh0xksUEYboDOGYbISgvuDCo3Q6z9uymVsj4djA4JAnN80kxyUkMEQOWkAT1mra2s6fIrpSKMypQ2Cmyeq4GtqHvvVBy7jT2bq0ReVYZblp8uVASVwGKLp1GskRf/TEDBW7Jqaxy3lmI66WxP5YhaN0LX1XrMt2vE828uo+eykYx+B2Kzy+O0RK9jlQwJo7VSQmjl0o2dgL5XFHRuDii5nOOJqK11kgrRnTVCGGB10v7XHcBXNl0JzL3PPIAJd+byb9PFaDzc+84cFsuXA6hvwzlVR/NPMiiOIlJQI6AhIQkeZZ8MeA0isZA8zRgkB9N2DgeB+H/Af8vBZws/U/RgoyO0ywGoJARMsniiMK/i5Zejda0UQtodwrWU8RF33XClGrDC+RvdxmdwwLEThE6+IWXM9GOprhQFxzyA7dsC/g1NAZlD2J20/Sm0mu46yfIjz4GO3lmQ6JsTIU98JnJuuZVOXL7fU8m57KlwrSnVOXvZPHuN4P5qn9+kNJJvqAV1rt7fE7KUkFJhxw/e3KyrNFGzkG9eu5mXjRVf6GP7/O1iaTRxaJvGFxb4Ebd6fRyYHJeS+3O5KWCAYf9SfYeGwFb8ZdD64Ak3q80B2iCwJvjWbv7sX1sRuyjMO71MO05H/vCQCs9NHpdzVRSuNFKTLDiCcuqA/zVgGpxcwfqNj1c9zbiuUbygtbaJo9tLFGUg6P6K7SPqM6PDLPb+oJX1bCv9eMa4z6uh58DuRe6O6TPl7kO3t2QIN/Sx9uuwd3Yb8nALQasq0SQkl0fNpg23L22DfI9NuMiV1A5Y+9CtlyTz0FgBVLtwWDFpSyxrH3i8DU6XwK2vZ2D/hz9EKQ/hemPT6l/c0dxVzceavuxX98bJ2mYFAEhMZ1MSIQNGsuszgeLuIEbk8mb9aLtnlWJh3dG6f4YysbomjK4oFXXldVd3nBwOFdgckvPjV37t8E896fU6/tZfD4C4StmRAwPAAA=&quot;"/>
    <we:property name="creatorSessionId" value="&quot;8001a30f-8ba1-49c6-bc1a-7737e28f4be5&quot;"/>
    <we:property name="creatorTenantId" value="&quot;44045d78-cc95-4d18-8527-662fb5d54407&quot;"/>
    <we:property name="creatorUserId" value="&quot;100320029CBE9791&quot;"/>
    <we:property name="datasetId" value="&quot;eb91e72a-a824-4fd7-a52b-bbfc2aed5b0d&quot;"/>
    <we:property name="design" value="{&quot;border&quot;:{&quot;isActive&quot;:true,&quot;color&quot;:&quot;#f0a787&quot;,&quot;width&quot;:5,&quot;transparency&quot;:0,&quot;dash&quot;:&quot;solid&quot;}}"/>
    <we:property name="embedUrl" value="&quot;/reportEmbed?reportId=3d30944b-07b5-4599-9576-eee0428f6b83&amp;config=eyJjbHVzdGVyVXJsIjoiaHR0cHM6Ly9XQUJJLVNPVVRILUVBU1QtQVNJQS1yZWRpcmVjdC5hbmFseXNpcy53aW5kb3dzLm5ldCIsImVtYmVkRmVhdHVyZXMiOnsidXNhZ2VNZXRyaWNzVk5leHQiOnRydWV9fQ%3D%3D&amp;disableSensitivityBanner=true&amp;storytellingChangeViewModeShortcutKeys=true&quot;"/>
    <we:property name="initialStateBookmark" value="&quot;H4sIAAAAAAAAA+1XbW/bNhD+Kwa/ZAO0gLJsx86XwU3TrkiaBHWWARuCgJLOMlua1EjKjRb4v+9ISa0d26myxds+TDZg6fTw7rkXHs8PJOUmF6y8YHMgx+SVUp/mTH/qhCQgspZdXp69H384u7sYvz9FscotV9KQ4wdimc7A3nBTMOE0oPC324AwIa5Y5p6mTBgISA7aKMkE/wMqML6yuoBlQOA+F0ozp3JimQWndoFwfEbb4WGEFlli+QImkNhKOmRs2O/SKOlG4TA+SmjcowgzFcAz2wpB+ZQLi9rdbVye3ucaGT80nnbpgKXpaDpKaQ+iBJIBHaBeW+bu7Qmyy5TmCRMorBQ5PTcN225A3mg19xrreOaIPJWW2xIfrrTCVYCia6+RLjFWv8xAg19yomTKKw9xvbLuxzEEY2rhO7kuM/U6UczlJnqiCp3AB5h+ffCMlhh1pII58azGGXTealW4F8jnhonC5xE1n3N0Eb11TjoxomUhhAPeLt11WyVwxWgrMhsReYJSQGbq84kGDH5KjkNvcuFrCONlGZd1NtMwjnqDHg3pEdAupYM0Hnwz4SyK+sDSYZhAejRK+r1+2P0/4f+lhNNl8CVbELP+MO4BMIgpHcW9iMHfy5ZZzdak0AsoWyXrJfJiHgdhwozlU+TvrHTOYQGiVYYOfuLZTJSdCS40Uw7pgV+2A3wBhUXZk5h2mn6WZg13+wL1UeegVWS2FMrWUtgDn5nKcy6zjrf3bzI5VyUTtjxhOr1T07tLi/VqfnyS0jhdMIn9boPPOMs0ZKyp8dMXJ5sUxqo56Hev/Zs3hawP9P4mX1dIBkMs6oHBjwX+rtqdJIVEzXNl/J681tDgcD6JP+Ig4Dr+shkdkMTHleEAXRB4crwq22/b51bEPhrjXjfTnuuxbgxMmmbQq3qmVsLfreQEO55wrCrA7wXoEo17UGX0cD3aiOcGyQuWG1c8brBEUQqe6hmUz+jOz0yzN33FpWzsujiuMa7zevg1kXuh26J8vs21ie6WAvknY7zrGGzHfkcF7nBgXSWCtKrmsMa15ux1Y1BAkhkXqQbpnX0M2XFMvgaBHUiXB40X1yrDtvaFw1/R+RZw7K0C9Gvnu3D4Q3f4/Uvqf3y0b6jF/ew+7huQ/mDYHUxDSntsNKIRzmZJ7NQ92b8t3NtY3a/3a3+tSggeF5n/T6gKa3KWwBWT1UCWVyXDweN8b0kdPX/vJ78tnjnuxNtAMjwW0BLvPV0u/wSv81MCLw8AAA==&quot;"/>
    <we:property name="isFiltersActionButtonVisible" value="true"/>
    <we:property name="isFooterCollapsed" value="true"/>
    <we:property name="isVisualContainerHeaderHidden" value="false"/>
    <we:property name="pageDisplayName" value="&quot;Survey 2&quot;"/>
    <we:property name="pageName" value="&quot;8aa85203c2318b7c0b40&quot;"/>
    <we:property name="pptInsertionSessionID" value="&quot;50601C41-3FA2-48E5-945F-6A96D5BD76C0&quot;"/>
    <we:property name="reportEmbeddedTime" value="&quot;2025-05-16T06:17:00.613Z&quot;"/>
    <we:property name="reportName" value="&quot;a2&quot;"/>
    <we:property name="reportState" value="&quot;CONNECTED&quot;"/>
    <we:property name="reportUrl" value="&quot;/groups/me/reports/3d30944b-07b5-4599-9576-eee0428f6b83/8aa85203c2318b7c0b40&quot;"/>
  </we:properties>
  <we:bindings/>
  <we:snapshot xmlns:r="http://schemas.openxmlformats.org/officeDocument/2006/relationships"/>
</we:webextension>
</file>

<file path=ppt/webextensions/webextension3.xml><?xml version="1.0" encoding="utf-8"?>
<we:webextension xmlns:we="http://schemas.microsoft.com/office/webextensions/webextension/2010/11" id="{B81F8E8A-136A-48B8-B4CD-E0E086B04FE4}">
  <we:reference id="wa200003233" version="2.0.0.3" store="en-US" storeType="OMEX"/>
  <we:alternateReferences>
    <we:reference id="WA200003233" version="2.0.0.3" store="WA200003233" storeType="OMEX"/>
  </we:alternateReferences>
  <we:properties>
    <we:property name="artifactViewState" value="&quot;live&quot;"/>
    <we:property name="backgroundColor" value="&quot;#E6E6E6&quot;"/>
    <we:property name="bookmark" value="&quot;H4sIAAAAAAAAA+1Y3W/aMBD/V1CeNglVTiAl9K2l7R6GpqqtukkTDxfnCG5DHNkOhVX87zs7sH4IWmB0VGJ5is/nu999O3nwEqGLDCbfYIjekXci5d0Q1F3N9+peXtH6zajptxphK2qFsc+aIQ847crCCJlr7+jBM6BSNDdCl5BZQUT82at7kGUXkNpVHzKNda9ApWUOmfiFFTNtGVXitO7huMikAivyyoBBK3ZE7LQmCP5BgzQCN2KEV8hNRW22WNQOgTUhBB7FrBX4SGy6YnDIFrJY0U59R+YGRE5qHK/fjEIG3G8Di5gPELYjS++LzMxY4snZuFBkHdk8KaxzjpMR5BwT0lvxWbabOfCg7p0rOXQHZh6OifMsN8JMrLtB36GpHZNPJlpo2rp2YtmU3Pd9gArdUcKZiMpouxgWoIR+ufoq8sRp7GLf2K3jNFWYwvycRY5a/5GSlcMF9CtZKo6X2H9cONBTitGFkhRBB/yqLAqpTK0ywO2el/ksMMwuL0U6cDC6grwCmfMLZKUVxw4YC0/pFD29KvhPIPw97qX+XduKgbzvKKR8TCyhvu9h74r+2sEOursP9DLcy8LbIVIqleBkykvUWwVGr0nJn2XgCim3KzdSQvZFgoSiZoH7G1bMB4EfvA3f5qwWeZrN5tXj6KgK1ivESJpriDM7eGR8S6PHDgo6JlWC6mTiCvlUqPnQ8usvLNl1EdiWUw1WYr19Mjov5b2etaH3TPje1HIELGz4/UPWbh+yJgvxkIbwm7N3e1V6rSDXUDllMWC989pcFeNjdMMNEjoG1RmAMiumc/CO6byRwUvTeZYskw1SejUgVSIzhlHcTBqtKGG+zxkGEbfCXnW6wbGJ5fi5z620hLcbCNBmIWckkycN1vp/Jd3vu8mehnffvzg+4pX0NUxflCyLuepto6p94lmpbQv8XAtItVOGSeWHf3RrWXu0ag6GIC8cr9seWWvbU/d+ODW77ns9V6LTp+7xhqhS99dGlkYXwPEC8qpNFZU4gY6PEhDyxEbDvaslvcD9jJq3Anp+A3mHcwcEEwAA&quot;"/>
    <we:property name="creatorSessionId" value="&quot;713182df-e18b-4bb0-b499-35cff00d2880&quot;"/>
    <we:property name="creatorTenantId" value="&quot;44045d78-cc95-4d18-8527-662fb5d54407&quot;"/>
    <we:property name="creatorUserId" value="&quot;100320029CBE9791&quot;"/>
    <we:property name="datasetId" value="&quot;eb91e72a-a824-4fd7-a52b-bbfc2aed5b0d&quot;"/>
    <we:property name="design" value="{&quot;border&quot;:{&quot;isActive&quot;:true,&quot;color&quot;:&quot;#f0a787&quot;,&quot;width&quot;:4,&quot;transparency&quot;:0,&quot;dash&quot;:&quot;solid&quot;}}"/>
    <we:property name="embedUrl" value="&quot;/reportEmbed?reportId=3d30944b-07b5-4599-9576-eee0428f6b83&amp;config=eyJjbHVzdGVyVXJsIjoiaHR0cHM6Ly9XQUJJLVNPVVRILUVBU1QtQVNJQS1yZWRpcmVjdC5hbmFseXNpcy53aW5kb3dzLm5ldCIsImVtYmVkRmVhdHVyZXMiOnsidXNhZ2VNZXRyaWNzVk5leHQiOnRydWV9fQ%3D%3D&amp;disableSensitivityBanner=true&amp;storytellingChangeViewModeShortcutKeys=true&quot;"/>
    <we:property name="initialStateBookmark" value="&quot;H4sIAAAAAAAAA+1YW2/aMBT+KyhPmxRVTiAF+kZpu4fSi6DqJk1oOnFMcBviyHYYrOK/79gJ60XQAqOjEuMpPvl8znduPiYPTsRVlsD0EkbMOXKOhbgfgbyveI7rpKXs6ur8otU9/3HZujhFscg0F6lyjh4cDTJm+parHBKjAYXf+64DSXINsVkNIFHMdTImlUgh4b9YAcZXWuZs5jpskiVCglHZ06CZUTtGOK7RtndQRYtANR+zHqO6kNbqpNEMgNQgANoISd33GMJUAbDMFkKMamu+LVINPEUzFuvVGgEB6jWBNIgHEDQbRj7giS4h4fR0kkn0Dn2eZiYqrWgMKWUR2i1wBnY7J+67zpkUI7uhDG2IyNNUcz01MQV1z3SlhTGZKq7w1Y1VS2YYvq9DJpndijwjXjhtFqMMJFcvV+c8jazFDhto86oVx5LFMN9nmDOl/mhJ8tECeU/kkrIuGzwuLOkZ5uhaCsygJd7Ls0xIXSkcsG/P8rRMDDHLLo+HlkaHY1QgsXGBJDfqyAEhwQnuwl+/SP4TCn/Pe2l81/ZiKH62JcN6jIzA3fe0d/hg7WT7nd0nehnvZeltoygWklN05SXrrRLDxyinzypwhZLbVRixIAc8YsiiYoh7G3bMB6Hvv03f1KziaZyU8+pxdBQN62R8LPQNhIkZPCK8w9FjBgVuEzJi8nhqG/mEy/nQ8twXnuy6CcyRUwxWhN49GZ1d8VOVx9B7Fnx/ZhA+Care4JA0m4ekRgJ2iEP4zdm7vS69kZAqKIKymLDaeW+uyvExu8EGBR2CbA9B6hXL2X/Hct7I4aXlXBbLdIOSXo1IUciEsEZYi6r1RkQ8jxLmN6hR9mrQNZvoUEyex9xoi2izygCaJKAEddKoSur/r6T7fTfZ0/Tu+z+Oj3glfY3TFynybG5626wqn2iSK3MEfq74aNoaY1ERh390a1l7tCoKGikvHK/bHllr++M636yZXZ97fduis6fhcUZMxvarjci1yoCya0iLYyor1HFmcViAkEYmG/ZZLjkLzBcnx9rA9HBzdV8NX5L7DbfmDpEsEwAA&quot;"/>
    <we:property name="isFiltersActionButtonVisible" value="true"/>
    <we:property name="isFooterCollapsed" value="true"/>
    <we:property name="isTitleSuggestionsDialogDismissed" value="true"/>
    <we:property name="isVisualContainerHeaderHidden" value="false"/>
    <we:property name="pageDisplayName" value="&quot;Transaction&quot;"/>
    <we:property name="pageName" value="&quot;470895a04a5ac8b0721e&quot;"/>
    <we:property name="pptInsertionSessionID" value="&quot;963A0CD5-1CB1-4C42-92B4-EC17F5AB1770&quot;"/>
    <we:property name="reportEmbeddedTime" value="&quot;2025-05-14T05:58:00.855Z&quot;"/>
    <we:property name="reportName" value="&quot;a2&quot;"/>
    <we:property name="reportState" value="&quot;CONNECTED&quot;"/>
    <we:property name="reportUrl" value="&quot;/groups/me/reports/3d30944b-07b5-4599-9576-eee0428f6b83/470895a04a5ac8b0721e&quot;"/>
  </we:properties>
  <we:bindings/>
  <we:snapshot xmlns:r="http://schemas.openxmlformats.org/officeDocument/2006/relationships"/>
</we:webextension>
</file>

<file path=ppt/webextensions/webextension4.xml><?xml version="1.0" encoding="utf-8"?>
<we:webextension xmlns:we="http://schemas.microsoft.com/office/webextensions/webextension/2010/11" id="{3EEA2850-29FF-448D-AB5C-FF02CFC8F687}">
  <we:reference id="wa200003233" version="2.0.0.3" store="en-US" storeType="OMEX"/>
  <we:alternateReferences>
    <we:reference id="WA200003233" version="2.0.0.3" store="WA200003233" storeType="OMEX"/>
  </we:alternateReferences>
  <we:properties>
    <we:property name="artifactViewState" value="&quot;live&quot;"/>
    <we:property name="backgroundColor" value="&quot;#CCCCCC&quot;"/>
    <we:property name="bookmark" value="&quot;H4sIAAAAAAAAA8VWTU8bMRD9K8gXWilFm49NCDdIaVW1VFFBXKoIzdqTxeDYW9ubZovy3zv2ZiFAWnFIIImS9fNj5s14ZvAdE9IVCqrvMEN2xE6MuZ2Bvd1rsxbTNTbIpn1xOOgmaac76PYO0/5hRrum8NJox47umAebo7+UrgQVDBH4c9JioNQY8rCagnLYYgVaZzQo+QdrMm15W+KyxXBRKGMhmDz34DGYnROd1iShfdAlj8C9nOM5cl+jQkxTniaQpD1MOsMkwXZKNFcTorKNlGA6uh8Z7UFqchOwLO33od0FMcABprw/wE4n4FOpfEOpTheFpego5qoIyTkWc9AcBYshWHS14jt2nOcWc/Cr5emjzZFR5WwDfm5Ky/EHTuOW9tJX5GNsDWlAtqQ80TNlMcKj0nkzQ/vlY9z5VOpVYtKwvDa/RxYpk4IdJcvWveARQbmxkoN6pnkrsk5Fyeuw31TGGVjpQV05qqbSva0W8iqkvxpDNUPt31bLcY57n60piw0yJoQ4qXO1as+HTrmo1QnkZlYYJ8P5XlhseDQNshtqu9Aky6ZRyenNWiuSZkXNdlLF9tl+LLso353V4q4Ka1KPUtCuGaQuptsaFZ/WToEGtMI5qprwq0RbkddIWnk7eMgvkaUjyQoKF2olTG2CBEaBX7FyuznV6HcstW6chtRt1Ppwbq+pdb1aXq71ST28puBnpfhy1U+K7R+qH9sikjXGB2VNPJegylCLulQq8C9MTgPn3gC/lkpY1DHkp39D0DdJ/4zr0RRRimn/TCqFWku6UOy96ww/9Lrv95vQtmA+Ayf5wbDapk26ZFmJYrNJauPwDp8W60HWSbGXCQ5D7PXbvD8cBlP/HdQeFz4zi8eDOb7WEUa3hzxetUzpXQEcx6Axai7qkpEYeXGkiCAvPtvwuyGqeM1j0c0kfP0F8nMmFV4KAAA=&quot;"/>
    <we:property name="creatorSessionId" value="&quot;ac7db4e3-8db6-432b-b0e0-3c2ba6d8e7bb&quot;"/>
    <we:property name="creatorTenantId" value="&quot;44045d78-cc95-4d18-8527-662fb5d54407&quot;"/>
    <we:property name="creatorUserId" value="&quot;100320029CBE9791&quot;"/>
    <we:property name="datasetId" value="&quot;eb91e72a-a824-4fd7-a52b-bbfc2aed5b0d&quot;"/>
    <we:property name="design" value="{&quot;border&quot;:{&quot;isActive&quot;:true,&quot;color&quot;:&quot;#f0a787&quot;,&quot;width&quot;:5,&quot;transparency&quot;:0,&quot;dash&quot;:&quot;solid&quot;}}"/>
    <we:property name="embedUrl" value="&quot;/reportEmbed?reportId=3d30944b-07b5-4599-9576-eee0428f6b83&amp;config=eyJjbHVzdGVyVXJsIjoiaHR0cHM6Ly9XQUJJLVNPVVRILUVBU1QtQVNJQS1yZWRpcmVjdC5hbmFseXNpcy53aW5kb3dzLm5ldCIsImVtYmVkRmVhdHVyZXMiOnsidXNhZ2VNZXRyaWNzVk5leHQiOnRydWV9fQ%3D%3D&amp;disableSensitivityBanner=true&amp;storytellingChangeViewModeShortcutKeys=true&quot;"/>
    <we:property name="initialStateBookmark" value="&quot;H4sIAAAAAAAAA8VVTW8aMRD9K5HPKALCguBGKK0qSoJClEuF0LAetk6MvfUHZRvx3zv2soUkpMoBFS7Yz7Pz3sz6zT4zLmwuobiBFbIeu9b6aQXm6aLBakztsNvb0bh/N5rf9MdDgnXuhFaW9Z6ZA5OhexDWgwwZCPw+qzGQcgJZ2C1BWqyxHI3VCqT4jWUwHTnjcVtjuMmlNhBSTh04DGnXFE574m5cXhEjpE6scYqpK1HOl0ma1KGetLDe7Nbr2EgozJYBUdnRkJA60g+0ciAU0QRskbTb0LgC3sEOJmm7g81mwJdCuiqkGG5yQ9VRzUUeutLna1ApchZLMGhLxc+sn2UGM3C77fDF4UBLvzqCT7U3Kd7hMh4pJ1xBHBOjSQOyLfWJ1tTFCA+8dXqF5uunePLZq11jkrD9oX8NDFInOevVt7W/ggcEZdqIFOQbzSeRNeQ+Lcs+q4wxGOFAzi3dJm/Pq4VYuXDzCRQrVO68WvoZXnwx2udHZMwIsUJlcmfPvVPuS3UcU73KtRXh/d4brOJoGiweyXbBJNvKqET6eGBF0izJbNdFtM/Ja5mVQwSUrUaIjURGy7g64KfRJHGNsgz46dEURBiDdkSX+8wULCyplZDb0KUwrwI0EUpV+/D+jqbZe+GdNBxjiSMs7OnacujA2Ye1vjLM/xT8xquzd1W+stIxlaFmo7ULzJXeB5A+XAPlpQzpib8Fi2aCrQVPoYutdiNtd7vhkX8awOHGLfTm5YWPv0OE0VTO4idMe2dzSHECCmO/8rJqgTEuXlgehMe1Cf/fBH1tSuqoOrBSVSxykBixkPjB+FjpdvsHYQ4mdd4HAAA=&quot;"/>
    <we:property name="isFiltersActionButtonVisible" value="true"/>
    <we:property name="isFooterCollapsed" value="true"/>
    <we:property name="isVisualContainerHeaderHidden" value="false"/>
    <we:property name="pageDisplayName" value="&quot;Profile &quot;"/>
    <we:property name="pageName" value="&quot;ddf5c50a054e02900e15&quot;"/>
    <we:property name="pptInsertionSessionID" value="&quot;50601C41-3FA2-48E5-945F-6A96D5BD76C0&quot;"/>
    <we:property name="reportEmbeddedTime" value="&quot;2025-05-16T06:18:19.650Z&quot;"/>
    <we:property name="reportName" value="&quot;a2&quot;"/>
    <we:property name="reportState" value="&quot;CONNECTED&quot;"/>
    <we:property name="reportUrl" value="&quot;/groups/me/reports/3d30944b-07b5-4599-9576-eee0428f6b83/ddf5c50a054e02900e15&quot;"/>
  </we:properties>
  <we:bindings/>
  <we:snapshot xmlns:r="http://schemas.openxmlformats.org/officeDocument/2006/relationships"/>
</we:webextension>
</file>

<file path=ppt/webextensions/webextension5.xml><?xml version="1.0" encoding="utf-8"?>
<we:webextension xmlns:we="http://schemas.microsoft.com/office/webextensions/webextension/2010/11" id="{CC1C475B-C5A3-4447-8561-3B2E4DB11195}">
  <we:reference id="wa200003233" version="2.0.0.3" store="en-US" storeType="OMEX"/>
  <we:alternateReferences>
    <we:reference id="WA200003233" version="2.0.0.3" store="WA200003233" storeType="OMEX"/>
  </we:alternateReferences>
  <we:properties>
    <we:property name="artifactViewState" value="&quot;live&quot;"/>
    <we:property name="backgroundColor" value="&quot;#CCCCCC&quot;"/>
    <we:property name="bookmark" value="&quot;H4sIAAAAAAAAA+1XS2/bMAz+K4MuuwSDHSdx0tvaZcAe2IK26A5DMdAyk2pVJE+W02ZB/vtIycbSNnsUaDdgmE8SSZEfH6LojShVXWlYv4MligNxaO3lEtzlk1T0hIk0nMwH2aSYlDmO8izJ0yTJiWsrr6ypxcFGeHAL9GeqbkCzIiJ+PO8J0HoGC97NQdfYExW62hrQ6itGYWJ51+C2J/C60tYBqzzx4JHVrkic9gQhfZaRRZBerfAEpW+p+XBY4Fzm6agcF/1BDvmIxOooEJDtFWHVwfyRNR6UITNMGw/SIWIynCRZfzDBdJQkA6bPlfatSLGeXleOvCOf1xUH53m5AiOxFMEFh3VEvBHPFwuHC/DtdnqDeWR1s9xDP7GNk3iM88AyXvk12Zg5SxhQbClOtKYoBvKRw1L5TzNYL9H4wH3ZmDY4Q95e2CsSomiW4iDd9jZdRgEQUykBxsM+FijzImMHWpeO6MDCOiVBEzF6z3jOunT0yZCzyxCGtm4qkryDtydOg8ZkS8Xw4QIdhiMUdcLdevzO+rtheHUrNHV77jeCFjcB0a1wTctGxnRsGc8Z6CYUKml+q8hF8padZDJJP23MpbFX5mmQ3i9jGq2Zfb7l73x7uwQeJMu7sG9mNNnJaDKWaZ5Bv4BRngzHaYYS//mMvrbF/XP5qMmKiPak6Zfdwil/sUSvJO/e4tz/yR5CLeRW+0h5e6wWFwHHiaQD5XQVwzr9K33uBxgDNH5uePOejoC3VNvZ3vb3PwuPnIWNOLa608hLPhis13z3HiRHf9fTmzeb20itzEK388z30SL2SVGplfWnUITeaYvPNJrwIEHHrCvRHa5D0F4o1w01ae8xXNp9RLhhxkmKBD7vzErH9uoebfk+JsliVwUPpr9t/rGPg6m7wTGacFR7vIpOkX2NK9SR96VBtyYrgd9qf/YdLgmrmiBqqGrOMg+oRCoxAHqD68cLkqpnypjOKFOcja9pZ7576Xj0aC9UKueZhKSAPqa5zABGUPKRn9alx2tf2OubRRm+XYpYIg32vLCNryuQOAMT73kVnVAY5EIKSizbdRgu9jzE4TdAtA8wfd8AuktutX4MAAA=&quot;"/>
    <we:property name="creatorSessionId" value="&quot;7bc91c9a-3f64-4932-9a7c-3eff7eceea00&quot;"/>
    <we:property name="creatorTenantId" value="&quot;44045d78-cc95-4d18-8527-662fb5d54407&quot;"/>
    <we:property name="creatorUserId" value="&quot;100320029CBE9791&quot;"/>
    <we:property name="datasetId" value="&quot;eb91e72a-a824-4fd7-a52b-bbfc2aed5b0d&quot;"/>
    <we:property name="design" value="{&quot;border&quot;:{&quot;isActive&quot;:true,&quot;color&quot;:&quot;#f0a787&quot;,&quot;width&quot;:5,&quot;transparency&quot;:0,&quot;dash&quot;:&quot;solid&quot;}}"/>
    <we:property name="embedUrl" value="&quot;/reportEmbed?reportId=3d30944b-07b5-4599-9576-eee0428f6b83&amp;config=eyJjbHVzdGVyVXJsIjoiaHR0cHM6Ly9XQUJJLVNPVVRILUVBU1QtQVNJQS1yZWRpcmVjdC5hbmFseXNpcy53aW5kb3dzLm5ldCIsImVtYmVkRmVhdHVyZXMiOnsidXNhZ2VNZXRyaWNzVk5leHQiOnRydWV9fQ%3D%3D&amp;disableSensitivityBanner=true&amp;storytellingChangeViewModeShortcutKeys=true&quot;"/>
    <we:property name="initialStateBookmark" value="&quot;H4sIAAAAAAAAA+1WS08bMRD+K5UvvURoNyGPcgOaSi0tRAHRQ4WqWe8kGBx76/UG0mj/e2fsXRFo+kCCVqq6J894Ht88djxrkauy0LA6hgWKPXFg7fUC3PWLVHSEaXgnJ0cf9qdHn4/3P4yJbQuvrCnF3lp4cHP056qsQLMFYn666AjQegJzpmagS+yIAl1pDWj1FaMwXXlXYd0ReFto64BNnnrwyGaXJE40+U53euQRpFdLPEXpG+6w389wJofpIB9l3d0hDAckVkaBgGyrCJsO7g+t8aAMuWHeaDftIyb9V0mvu/sK00GS7DJ/prRvRLLV+LZwFB3FvCo4K/v5EozEXIQQHJYR8Vrsz+cO5+Abcnzv8tDqarGFf2orJ3GKs3BlvPIr8jFxljCgqClPdKYsBvahw1z5zxNYLdD4cPumMk1y+kxe2hsSomzmYi+tO+u2lACIqZQAo34XM5TDrMcBNCEdksLcOiVBEzNGz3jO23J0yZGzi5CGpmEKkvwOb0ecBYtJTc3w8RIdBhXKOuFuIj62/vs0vH2QmrLR+42kRSIgepCucV7JWI6a8ZyDrkKjkuX3ikKkaDlIZpP0y8pcG3tjXgbp7TKm0pqvL2r+LuqHLfAkVd6Efb+iyUZFk5FMhz3oZjAYJv1R2kOJ/3xF39ns8bV81mJFRFvK9Mtp4ZS/XKBXkqn3OPN/cobQCHkwPlImp2p+GXCcSlLIx8uY1vFfmXM/wBig8XPDxAmpgLfU272t4+9/FZ65Cmsxtbq1yEdWDN5L/veepEZ/N9L7fzaPkVKZuW72mbvVIs5JUail9WeQhdlpsytaTXiRIDXrcnQHq5C018q1S03aeY6QNh8RHphxkyKBq41daWpvHjGWH+OSPLZd8GT2m+Ef5ziYsl0cowtHvcenGBT517hEHe++VOhW5CXcN9Z37uCSsCoJooai5CrzgkqsHAOgI1w9X5JUOVHGtE6Z42x8TVv37UvHq0fzQ6Vy1pOQZNDFdCh7AAPIWeWnfenx1mf29n5Thm+TIxZIiz0fbOXLAiROwMT/vIhBKAxyoQQ55s05LBdbHmKOSgQfBEbxT/F78iHSuv4GSd6026YMAAA=&quot;"/>
    <we:property name="isFiltersActionButtonVisible" value="true"/>
    <we:property name="isFooterCollapsed" value="true"/>
    <we:property name="isVisualContainerHeaderHidden" value="false"/>
    <we:property name="pageDisplayName" value="&quot;Profile 2&quot;"/>
    <we:property name="pageName" value="&quot;1755befc716d8b247a76&quot;"/>
    <we:property name="pptInsertionSessionID" value="&quot;FEFFA67E-3698-43AE-B63F-6C702469E0CB&quot;"/>
    <we:property name="reportEmbeddedTime" value="&quot;2025-05-16T16:35:39.772Z&quot;"/>
    <we:property name="reportName" value="&quot;a2&quot;"/>
    <we:property name="reportState" value="&quot;CONNECTED&quot;"/>
    <we:property name="reportUrl" value="&quot;/groups/me/reports/3d30944b-07b5-4599-9576-eee0428f6b83/1755befc716d8b247a76&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1301455B9B0A845988FF67A82523F33" ma:contentTypeVersion="12" ma:contentTypeDescription="Create a new document." ma:contentTypeScope="" ma:versionID="e7569b0222571684ac2eeb810879cf7d">
  <xsd:schema xmlns:xsd="http://www.w3.org/2001/XMLSchema" xmlns:xs="http://www.w3.org/2001/XMLSchema" xmlns:p="http://schemas.microsoft.com/office/2006/metadata/properties" xmlns:ns3="26e55f0e-4233-4989-9e86-c0499be40a2d" targetNamespace="http://schemas.microsoft.com/office/2006/metadata/properties" ma:root="true" ma:fieldsID="1758d7d18f3e49aaa4250e8855bf660c" ns3:_="">
    <xsd:import namespace="26e55f0e-4233-4989-9e86-c0499be40a2d"/>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SystemTags" minOccurs="0"/>
                <xsd:element ref="ns3:MediaServiceOCR" minOccurs="0"/>
                <xsd:element ref="ns3:MediaServiceGenerationTime" minOccurs="0"/>
                <xsd:element ref="ns3:MediaServiceEventHashCode" minOccurs="0"/>
                <xsd:element ref="ns3:MediaServiceLocation" minOccurs="0"/>
                <xsd:element ref="ns3:_activity"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e55f0e-4233-4989-9e86-c0499be40a2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dexed="true" ma:internalName="MediaServiceLocation" ma:readOnly="true">
      <xsd:simpleType>
        <xsd:restriction base="dms:Text"/>
      </xsd:simpleType>
    </xsd:element>
    <xsd:element name="_activity" ma:index="18" nillable="true" ma:displayName="_activity" ma:hidden="true" ma:internalName="_activity">
      <xsd:simpleType>
        <xsd:restriction base="dms:Note"/>
      </xsd:simpleType>
    </xsd:element>
    <xsd:element name="MediaLengthInSeconds" ma:index="19"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26e55f0e-4233-4989-9e86-c0499be40a2d" xsi:nil="true"/>
  </documentManagement>
</p:properties>
</file>

<file path=customXml/itemProps1.xml><?xml version="1.0" encoding="utf-8"?>
<ds:datastoreItem xmlns:ds="http://schemas.openxmlformats.org/officeDocument/2006/customXml" ds:itemID="{C0DBB1FA-3AD0-41F2-A850-57FA13F194CE}">
  <ds:schemaRefs>
    <ds:schemaRef ds:uri="http://schemas.microsoft.com/sharepoint/v3/contenttype/forms"/>
  </ds:schemaRefs>
</ds:datastoreItem>
</file>

<file path=customXml/itemProps2.xml><?xml version="1.0" encoding="utf-8"?>
<ds:datastoreItem xmlns:ds="http://schemas.openxmlformats.org/officeDocument/2006/customXml" ds:itemID="{D0807996-0450-4C02-A724-BE8107CA3746}">
  <ds:schemaRefs>
    <ds:schemaRef ds:uri="26e55f0e-4233-4989-9e86-c0499be40a2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836A3C8-781D-4A7C-80FA-F78697ECD7E9}">
  <ds:schemaRefs>
    <ds:schemaRef ds:uri="http://schemas.microsoft.com/office/infopath/2007/PartnerControls"/>
    <ds:schemaRef ds:uri="http://purl.org/dc/dcmitype/"/>
    <ds:schemaRef ds:uri="http://www.w3.org/XML/1998/namespace"/>
    <ds:schemaRef ds:uri="26e55f0e-4233-4989-9e86-c0499be40a2d"/>
    <ds:schemaRef ds:uri="http://schemas.microsoft.com/office/2006/documentManagement/types"/>
    <ds:schemaRef ds:uri="http://purl.org/dc/elements/1.1/"/>
    <ds:schemaRef ds:uri="http://schemas.openxmlformats.org/package/2006/metadata/core-properties"/>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412</TotalTime>
  <Words>1204</Words>
  <Application>Microsoft Macintosh PowerPoint</Application>
  <PresentationFormat>Widescreen</PresentationFormat>
  <Paragraphs>145</Paragraphs>
  <Slides>29</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TAN Pearl</vt:lpstr>
      <vt:lpstr>Tex Gyre Termes</vt:lpstr>
      <vt:lpstr>American Typewriter Condensed L</vt:lpstr>
      <vt:lpstr>Aptos</vt:lpstr>
      <vt:lpstr>Aptos Display</vt:lpstr>
      <vt:lpstr>Arial</vt:lpstr>
      <vt:lpstr>Courier New</vt:lpstr>
      <vt:lpstr>DM Sans</vt:lpstr>
      <vt:lpstr>Office Theme</vt:lpstr>
      <vt:lpstr>PowerPoint Presentation</vt:lpstr>
      <vt:lpstr>PowerPoint Presentation</vt:lpstr>
      <vt:lpstr>PowerPoint Presentation</vt:lpstr>
      <vt:lpstr>PowerPoint Presentation</vt:lpstr>
      <vt:lpstr>Why PowerBI?</vt:lpstr>
      <vt:lpstr>Data Preparation/Cleaning</vt:lpstr>
      <vt:lpstr>Profile</vt:lpstr>
      <vt:lpstr>Survey (Product quality)</vt:lpstr>
      <vt:lpstr>Survey(customerID, Shopping type and LoyaltyCard_of_Others?)</vt:lpstr>
      <vt:lpstr>Survey (Deli-quality)</vt:lpstr>
      <vt:lpstr>Survey (Service-quality)</vt:lpstr>
      <vt:lpstr>Transaction (overview)</vt:lpstr>
      <vt:lpstr>Transaction (overview)</vt:lpstr>
      <vt:lpstr>Data Analysis</vt:lpstr>
      <vt:lpstr>Survey Analysis</vt:lpstr>
      <vt:lpstr>PowerPoint Presentation</vt:lpstr>
      <vt:lpstr>PowerPoint Presentation</vt:lpstr>
      <vt:lpstr>Transaction Analysis</vt:lpstr>
      <vt:lpstr>PowerPoint Presentation</vt:lpstr>
      <vt:lpstr>Profile Analysis</vt:lpstr>
      <vt:lpstr>PowerPoint Presentation</vt:lpstr>
      <vt:lpstr>PowerPoint Presentation</vt:lpstr>
      <vt:lpstr>Recommendations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GOH JUN RONG</dc:creator>
  <cp:lastModifiedBy>GOH JUN RONG</cp:lastModifiedBy>
  <cp:revision>1</cp:revision>
  <dcterms:created xsi:type="dcterms:W3CDTF">2025-05-14T05:56:23Z</dcterms:created>
  <dcterms:modified xsi:type="dcterms:W3CDTF">2025-05-20T09:19:49Z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0x01010091301455B9B0A845988FF67A82523F33</vt:lpwstr>
  </property>
</Properties>
</file>